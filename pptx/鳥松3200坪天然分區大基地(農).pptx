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50" r:id="rId2"/>
    <p:sldId id="278" r:id="rId3"/>
    <p:sldId id="398" r:id="rId4"/>
    <p:sldId id="395" r:id="rId5"/>
    <p:sldId id="396" r:id="rId6"/>
    <p:sldId id="397" r:id="rId7"/>
    <p:sldId id="346" r:id="rId8"/>
    <p:sldId id="269" r:id="rId9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鳥松區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360186" y="3114108"/>
            <a:ext cx="460000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3200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坪天然分區大基地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TW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可規劃私人莊園</a:t>
            </a:r>
            <a:r>
              <a:rPr lang="en-US" altLang="zh-TW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0" y="5307813"/>
            <a:ext cx="4513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3200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93ABD77-AC04-45D5-885D-1BCA930EB0CD}"/>
              </a:ext>
            </a:extLst>
          </p:cNvPr>
          <p:cNvGrpSpPr/>
          <p:nvPr/>
        </p:nvGrpSpPr>
        <p:grpSpPr>
          <a:xfrm>
            <a:off x="4960191" y="2057392"/>
            <a:ext cx="6591388" cy="3904743"/>
            <a:chOff x="1965486" y="1095343"/>
            <a:chExt cx="8136048" cy="5348764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E85DFD6C-CBD5-415B-A928-12DE25927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65486" y="1095343"/>
              <a:ext cx="8136048" cy="5348764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821182C-9C62-4CC3-B325-D0B3F6A8B507}"/>
                </a:ext>
              </a:extLst>
            </p:cNvPr>
            <p:cNvSpPr/>
            <p:nvPr/>
          </p:nvSpPr>
          <p:spPr>
            <a:xfrm>
              <a:off x="5138486" y="4518044"/>
              <a:ext cx="638971" cy="340885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標的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589C5F0-4ED5-4E5F-9A3D-E1E3C54ABDF1}"/>
                </a:ext>
              </a:extLst>
            </p:cNvPr>
            <p:cNvSpPr txBox="1"/>
            <p:nvPr/>
          </p:nvSpPr>
          <p:spPr>
            <a:xfrm rot="1724960">
              <a:off x="2639274" y="2831258"/>
              <a:ext cx="1187406" cy="3583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大竹路</a:t>
              </a:r>
              <a:r>
                <a:rPr lang="en-US" altLang="zh-TW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(6</a:t>
              </a:r>
              <a:r>
                <a:rPr lang="zh-TW" altLang="en-US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070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3365E46-B923-4BB0-944A-BE809A73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531" y="-1"/>
            <a:ext cx="4575929" cy="6474571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3919769"/>
            <a:ext cx="5123959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3231.01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使用分區：一般農業區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農牧用地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面寬深度：面寬約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米；深度約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134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（詳地籍圖）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臨路：大竹路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4845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1.5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endParaRPr lang="zh-TW" altLang="en-US" sz="12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4974891" y="949580"/>
            <a:ext cx="2140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■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鳥松區埔嶺段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112.115.155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D9F354F-2DC5-4EF7-B9E0-8B0BB0D95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81" y="1112724"/>
            <a:ext cx="4531510" cy="278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9B931B8-AE42-4BE4-B1FD-E4AF5D7B9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895"/>
            <a:ext cx="12192000" cy="572359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75FF6A-24D5-4BDC-8650-7A0D7BAC01FB}"/>
              </a:ext>
            </a:extLst>
          </p:cNvPr>
          <p:cNvSpPr/>
          <p:nvPr/>
        </p:nvSpPr>
        <p:spPr>
          <a:xfrm>
            <a:off x="7441007" y="1260766"/>
            <a:ext cx="517660" cy="248855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A54CE8C8-20D1-43F1-9D19-AF0F3FE8443E}"/>
              </a:ext>
            </a:extLst>
          </p:cNvPr>
          <p:cNvSpPr/>
          <p:nvPr/>
        </p:nvSpPr>
        <p:spPr>
          <a:xfrm>
            <a:off x="7444596" y="1578634"/>
            <a:ext cx="577970" cy="2691441"/>
          </a:xfrm>
          <a:custGeom>
            <a:avLst/>
            <a:gdLst>
              <a:gd name="connsiteX0" fmla="*/ 69012 w 577970"/>
              <a:gd name="connsiteY0" fmla="*/ 2691441 h 2691441"/>
              <a:gd name="connsiteX1" fmla="*/ 146649 w 577970"/>
              <a:gd name="connsiteY1" fmla="*/ 2441275 h 2691441"/>
              <a:gd name="connsiteX2" fmla="*/ 258793 w 577970"/>
              <a:gd name="connsiteY2" fmla="*/ 2225615 h 2691441"/>
              <a:gd name="connsiteX3" fmla="*/ 336430 w 577970"/>
              <a:gd name="connsiteY3" fmla="*/ 2009955 h 2691441"/>
              <a:gd name="connsiteX4" fmla="*/ 379562 w 577970"/>
              <a:gd name="connsiteY4" fmla="*/ 1708030 h 2691441"/>
              <a:gd name="connsiteX5" fmla="*/ 465827 w 577970"/>
              <a:gd name="connsiteY5" fmla="*/ 1466491 h 2691441"/>
              <a:gd name="connsiteX6" fmla="*/ 577970 w 577970"/>
              <a:gd name="connsiteY6" fmla="*/ 1199072 h 2691441"/>
              <a:gd name="connsiteX7" fmla="*/ 474453 w 577970"/>
              <a:gd name="connsiteY7" fmla="*/ 931653 h 2691441"/>
              <a:gd name="connsiteX8" fmla="*/ 336430 w 577970"/>
              <a:gd name="connsiteY8" fmla="*/ 733245 h 2691441"/>
              <a:gd name="connsiteX9" fmla="*/ 293298 w 577970"/>
              <a:gd name="connsiteY9" fmla="*/ 560717 h 2691441"/>
              <a:gd name="connsiteX10" fmla="*/ 172529 w 577970"/>
              <a:gd name="connsiteY10" fmla="*/ 448574 h 2691441"/>
              <a:gd name="connsiteX11" fmla="*/ 189781 w 577970"/>
              <a:gd name="connsiteY11" fmla="*/ 276045 h 2691441"/>
              <a:gd name="connsiteX12" fmla="*/ 17253 w 577970"/>
              <a:gd name="connsiteY12" fmla="*/ 17253 h 2691441"/>
              <a:gd name="connsiteX13" fmla="*/ 0 w 577970"/>
              <a:gd name="connsiteY13" fmla="*/ 0 h 269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7970" h="2691441">
                <a:moveTo>
                  <a:pt x="69012" y="2691441"/>
                </a:moveTo>
                <a:lnTo>
                  <a:pt x="146649" y="2441275"/>
                </a:lnTo>
                <a:lnTo>
                  <a:pt x="258793" y="2225615"/>
                </a:lnTo>
                <a:lnTo>
                  <a:pt x="336430" y="2009955"/>
                </a:lnTo>
                <a:lnTo>
                  <a:pt x="379562" y="1708030"/>
                </a:lnTo>
                <a:lnTo>
                  <a:pt x="465827" y="1466491"/>
                </a:lnTo>
                <a:lnTo>
                  <a:pt x="577970" y="1199072"/>
                </a:lnTo>
                <a:lnTo>
                  <a:pt x="474453" y="931653"/>
                </a:lnTo>
                <a:lnTo>
                  <a:pt x="336430" y="733245"/>
                </a:lnTo>
                <a:lnTo>
                  <a:pt x="293298" y="560717"/>
                </a:lnTo>
                <a:lnTo>
                  <a:pt x="172529" y="448574"/>
                </a:lnTo>
                <a:lnTo>
                  <a:pt x="189781" y="276045"/>
                </a:lnTo>
                <a:lnTo>
                  <a:pt x="17253" y="17253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剪去單一角落 27">
            <a:extLst>
              <a:ext uri="{FF2B5EF4-FFF2-40B4-BE49-F238E27FC236}">
                <a16:creationId xmlns:a16="http://schemas.microsoft.com/office/drawing/2014/main" id="{1B57440A-B953-472B-B1E0-83E9D199FADD}"/>
              </a:ext>
            </a:extLst>
          </p:cNvPr>
          <p:cNvSpPr/>
          <p:nvPr/>
        </p:nvSpPr>
        <p:spPr>
          <a:xfrm>
            <a:off x="7958667" y="3089311"/>
            <a:ext cx="2127879" cy="801202"/>
          </a:xfrm>
          <a:prstGeom prst="snip1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神農路與美山路路口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至標的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0F81E213-78C0-45F2-A7D9-0F402779852A}"/>
              </a:ext>
            </a:extLst>
          </p:cNvPr>
          <p:cNvSpPr/>
          <p:nvPr/>
        </p:nvSpPr>
        <p:spPr>
          <a:xfrm>
            <a:off x="7751931" y="4270075"/>
            <a:ext cx="676079" cy="463963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86B4E3EE-AB24-4D17-A7A8-8A1385CA819D}"/>
              </a:ext>
            </a:extLst>
          </p:cNvPr>
          <p:cNvSpPr/>
          <p:nvPr/>
        </p:nvSpPr>
        <p:spPr>
          <a:xfrm>
            <a:off x="4841954" y="2814199"/>
            <a:ext cx="676079" cy="463963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B30A1C36-C1ED-401E-914B-6B2D82830479}"/>
              </a:ext>
            </a:extLst>
          </p:cNvPr>
          <p:cNvSpPr/>
          <p:nvPr/>
        </p:nvSpPr>
        <p:spPr>
          <a:xfrm rot="19865552">
            <a:off x="6291535" y="4751290"/>
            <a:ext cx="676079" cy="463963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63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照片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E34854D3-F1CF-4FB1-9776-FEFFB135B293}"/>
              </a:ext>
            </a:extLst>
          </p:cNvPr>
          <p:cNvGrpSpPr/>
          <p:nvPr/>
        </p:nvGrpSpPr>
        <p:grpSpPr>
          <a:xfrm>
            <a:off x="1965486" y="1095343"/>
            <a:ext cx="8136048" cy="5348764"/>
            <a:chOff x="1965486" y="1095343"/>
            <a:chExt cx="8136048" cy="5348764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A26BACB4-9CEF-429F-BD80-AFCE50EC3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5486" y="1095343"/>
              <a:ext cx="8136048" cy="5348764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C3E942-E434-46F8-A01A-82AA98DDF1E9}"/>
                </a:ext>
              </a:extLst>
            </p:cNvPr>
            <p:cNvSpPr/>
            <p:nvPr/>
          </p:nvSpPr>
          <p:spPr>
            <a:xfrm>
              <a:off x="5319502" y="4435330"/>
              <a:ext cx="506323" cy="273225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標的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7A2CD234-4375-46A2-959D-60A6D80D5B6E}"/>
                </a:ext>
              </a:extLst>
            </p:cNvPr>
            <p:cNvSpPr txBox="1"/>
            <p:nvPr/>
          </p:nvSpPr>
          <p:spPr>
            <a:xfrm rot="1724960">
              <a:off x="2613145" y="2934388"/>
              <a:ext cx="1363133" cy="3077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大竹路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(6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12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EB096EF-CF4B-43C1-973E-B14878886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619" y="949641"/>
            <a:ext cx="8509457" cy="545968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86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12A5BC0-2D13-428A-AE5A-4F76677B9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34" y="1900085"/>
            <a:ext cx="5883379" cy="32256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69ED38D-DF12-441E-AAC6-08A7E3972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403" y="1900085"/>
            <a:ext cx="5180518" cy="32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1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2D47FF7-93EA-4EDD-BF2C-91AE3F9F3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1652287"/>
            <a:ext cx="5436855" cy="39789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CA89B6E-0370-4980-A5DC-51E8C0A6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232" y="1652287"/>
            <a:ext cx="5572454" cy="39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59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821475" y="2599268"/>
            <a:ext cx="686789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鳥松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3200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坪基地｜天然分區｜企業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私人空間首選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基地內有天然水系分隔，使用彈性高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臨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米路，進出便利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環境單純隱密，適合長期持有或自用規劃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神農路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美山路路口至標的，僅需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分鐘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589680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03681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5F21F8-D236-4E2F-98B8-53025FBE6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08" y="3378845"/>
            <a:ext cx="3914093" cy="240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4542</TotalTime>
  <Words>417</Words>
  <Application>Microsoft Office PowerPoint</Application>
  <PresentationFormat>寬螢幕</PresentationFormat>
  <Paragraphs>56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411</cp:revision>
  <cp:lastPrinted>2026-01-20T10:33:07Z</cp:lastPrinted>
  <dcterms:created xsi:type="dcterms:W3CDTF">2021-08-28T02:07:24Z</dcterms:created>
  <dcterms:modified xsi:type="dcterms:W3CDTF">2026-04-29T01:54:05Z</dcterms:modified>
</cp:coreProperties>
</file>