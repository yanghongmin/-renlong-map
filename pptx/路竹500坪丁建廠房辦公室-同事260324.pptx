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45" r:id="rId2"/>
    <p:sldId id="278" r:id="rId3"/>
    <p:sldId id="337" r:id="rId4"/>
    <p:sldId id="26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56D"/>
    <a:srgbClr val="1C4E6E"/>
    <a:srgbClr val="A2B7CE"/>
    <a:srgbClr val="325C82"/>
    <a:srgbClr val="7A0000"/>
    <a:srgbClr val="FFFF00"/>
    <a:srgbClr val="ECECEC"/>
    <a:srgbClr val="789CA4"/>
    <a:srgbClr val="4E668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7" autoAdjust="0"/>
    <p:restoredTop sz="94687"/>
  </p:normalViewPr>
  <p:slideViewPr>
    <p:cSldViewPr snapToGrid="0">
      <p:cViewPr varScale="1">
        <p:scale>
          <a:sx n="104" d="100"/>
          <a:sy n="104" d="100"/>
        </p:scale>
        <p:origin x="1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3081E-070E-498F-8628-71D75274AD4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6.jpeg"/><Relationship Id="rId7" Type="http://schemas.openxmlformats.org/officeDocument/2006/relationships/image" Target="../media/image9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10" Type="http://schemas.openxmlformats.org/officeDocument/2006/relationships/image" Target="../media/image12.jpg"/><Relationship Id="rId4" Type="http://schemas.openxmlformats.org/officeDocument/2006/relationships/image" Target="../media/image4.png"/><Relationship Id="rId9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路竹區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65B76E-D22C-FA82-3374-4D500ADD6CBA}"/>
              </a:ext>
            </a:extLst>
          </p:cNvPr>
          <p:cNvSpPr txBox="1"/>
          <p:nvPr/>
        </p:nvSpPr>
        <p:spPr>
          <a:xfrm>
            <a:off x="2258695" y="2333769"/>
            <a:ext cx="365540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環球路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1" y="3114108"/>
            <a:ext cx="5314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坪丁建廠房辨公室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9" t="-747" r="27115"/>
          <a:stretch/>
        </p:blipFill>
        <p:spPr>
          <a:xfrm>
            <a:off x="7221794" y="1150374"/>
            <a:ext cx="4970206" cy="485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26" b="6721"/>
          <a:stretch/>
        </p:blipFill>
        <p:spPr>
          <a:xfrm>
            <a:off x="5894810" y="72847"/>
            <a:ext cx="6322654" cy="6723597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9" t="-747" r="27115" b="12713"/>
          <a:stretch/>
        </p:blipFill>
        <p:spPr>
          <a:xfrm>
            <a:off x="567403" y="1162150"/>
            <a:ext cx="3421198" cy="2923154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69E5AF-8308-01E6-099D-4138CB2A0765}"/>
              </a:ext>
            </a:extLst>
          </p:cNvPr>
          <p:cNvSpPr/>
          <p:nvPr/>
        </p:nvSpPr>
        <p:spPr>
          <a:xfrm>
            <a:off x="4194280" y="3398952"/>
            <a:ext cx="168647" cy="168647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1" y="4409571"/>
            <a:ext cx="491263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389.97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518.76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使用分區：丁種建築用地、甲種建築用地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16,500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42.31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地坪）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備註：丁種建築用地約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372.02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坪、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1000"/>
              </a:spcBef>
              <a:buSzPct val="70000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甲種建築用地約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17.95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40D6574-0C56-1B22-F877-6C0FAB47B90B}"/>
              </a:ext>
            </a:extLst>
          </p:cNvPr>
          <p:cNvSpPr/>
          <p:nvPr/>
        </p:nvSpPr>
        <p:spPr>
          <a:xfrm flipV="1">
            <a:off x="3678638" y="3592110"/>
            <a:ext cx="5203693" cy="4571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4306660" y="3321692"/>
            <a:ext cx="28758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路竹區環球路</a:t>
            </a:r>
            <a:r>
              <a:rPr lang="en-US" altLang="zh-TW" sz="15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417</a:t>
            </a:r>
            <a:r>
              <a:rPr lang="zh-TW" altLang="en-US" sz="15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45" y="1086718"/>
            <a:ext cx="3432932" cy="2568678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2911CF67-F899-447D-AA77-A88D04749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5666" y="1228653"/>
            <a:ext cx="291910" cy="51096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45" y="3823475"/>
            <a:ext cx="3447451" cy="2585589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652" y="529105"/>
            <a:ext cx="3776884" cy="283266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172" y="3613490"/>
            <a:ext cx="3755585" cy="281668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172" y="542532"/>
            <a:ext cx="3760699" cy="2820525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652" y="3597516"/>
            <a:ext cx="3776884" cy="2832663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7181534" y="2992436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1F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廠房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10918480" y="6109971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1F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辦公室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7181534" y="610677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1F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廠房</a:t>
            </a:r>
          </a:p>
        </p:txBody>
      </p:sp>
      <p:sp>
        <p:nvSpPr>
          <p:cNvPr id="31" name="文字方塊 30"/>
          <p:cNvSpPr txBox="1"/>
          <p:nvPr/>
        </p:nvSpPr>
        <p:spPr>
          <a:xfrm>
            <a:off x="11149313" y="3016998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5F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廠房</a:t>
            </a:r>
          </a:p>
        </p:txBody>
      </p:sp>
    </p:spTree>
    <p:extLst>
      <p:ext uri="{BB962C8B-B14F-4D97-AF65-F5344CB8AC3E}">
        <p14:creationId xmlns:p14="http://schemas.microsoft.com/office/powerpoint/2010/main" val="1415409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9" t="-747" r="27115" b="12713"/>
          <a:stretch/>
        </p:blipFill>
        <p:spPr>
          <a:xfrm>
            <a:off x="787271" y="2607047"/>
            <a:ext cx="3421198" cy="292315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785820" y="1894135"/>
            <a:ext cx="688366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廠辦合一，方便作業。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格局方正，方便生產線設置。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鋼骨結構堅實，附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台天車方便作業。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距離國一交流道約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1.5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公里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約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分鐘車程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，方便南來北往交通運輸。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640482" y="200327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54483" y="2307541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4407</TotalTime>
  <Words>188</Words>
  <Application>Microsoft Macintosh PowerPoint</Application>
  <PresentationFormat>寬螢幕</PresentationFormat>
  <Paragraphs>28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微軟正黑體</vt:lpstr>
      <vt:lpstr>Microsoft YaHei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Microsoft Office User</cp:lastModifiedBy>
  <cp:revision>275</cp:revision>
  <dcterms:created xsi:type="dcterms:W3CDTF">2021-08-28T02:07:24Z</dcterms:created>
  <dcterms:modified xsi:type="dcterms:W3CDTF">2026-10-05T04:19:42Z</dcterms:modified>
</cp:coreProperties>
</file>