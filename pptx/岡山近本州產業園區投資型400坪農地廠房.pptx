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45" r:id="rId2"/>
    <p:sldId id="278" r:id="rId3"/>
    <p:sldId id="331" r:id="rId4"/>
    <p:sldId id="341" r:id="rId5"/>
    <p:sldId id="349" r:id="rId6"/>
    <p:sldId id="346" r:id="rId7"/>
    <p:sldId id="269" r:id="rId8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16356D"/>
    <a:srgbClr val="1C4E6E"/>
    <a:srgbClr val="A2B7CE"/>
    <a:srgbClr val="325C82"/>
    <a:srgbClr val="7A0000"/>
    <a:srgbClr val="FFFF00"/>
    <a:srgbClr val="ECECEC"/>
    <a:srgbClr val="789CA4"/>
    <a:srgbClr val="4E6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8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153081E-070E-498F-8628-71D75274AD45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9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岡山區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A65B76E-D22C-FA82-3374-4D500ADD6CBA}"/>
              </a:ext>
            </a:extLst>
          </p:cNvPr>
          <p:cNvSpPr txBox="1"/>
          <p:nvPr/>
        </p:nvSpPr>
        <p:spPr>
          <a:xfrm>
            <a:off x="2258696" y="2333769"/>
            <a:ext cx="410657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近本州產業園區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437821" y="3114108"/>
            <a:ext cx="41065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投資型</a:t>
            </a:r>
            <a:r>
              <a:rPr lang="en-US" altLang="zh-TW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400</a:t>
            </a: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坪農地廠房</a:t>
            </a:r>
            <a:endParaRPr lang="en-US" altLang="zh-TW" sz="30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E3E49A-A695-D97F-90F9-59005F213ED7}"/>
              </a:ext>
            </a:extLst>
          </p:cNvPr>
          <p:cNvSpPr txBox="1"/>
          <p:nvPr/>
        </p:nvSpPr>
        <p:spPr>
          <a:xfrm>
            <a:off x="437821" y="5307813"/>
            <a:ext cx="4280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地坪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407</a:t>
            </a: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</a:t>
            </a:r>
            <a:endParaRPr lang="en-US" altLang="zh-TW" b="1" dirty="0">
              <a:solidFill>
                <a:srgbClr val="16356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建坪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  34</a:t>
            </a: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坪；另未保存登記約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</a:t>
            </a: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</a:t>
            </a:r>
            <a:endParaRPr lang="en-US" altLang="zh-TW" b="1" dirty="0">
              <a:solidFill>
                <a:srgbClr val="16356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8032FF-AC8E-4B96-85F0-C24167E51302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406AEFA4-80E8-4A4E-9278-C853A6679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331618C2-4ED8-4C03-A1BA-83816E3DF10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DBE91E92-3DC8-4F6C-B0C7-82797A42A39D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F6DB4E0-B718-4BB3-A69B-655CA79ED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690" y="1877135"/>
            <a:ext cx="5309281" cy="398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7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D63FF30-3A8E-4384-8A58-EBD420106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128" y="78240"/>
            <a:ext cx="4512013" cy="6384135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392470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869E5AF-8308-01E6-099D-4138CB2A0765}"/>
              </a:ext>
            </a:extLst>
          </p:cNvPr>
          <p:cNvSpPr/>
          <p:nvPr/>
        </p:nvSpPr>
        <p:spPr>
          <a:xfrm>
            <a:off x="4147605" y="3129515"/>
            <a:ext cx="168647" cy="168647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293550" y="3850761"/>
            <a:ext cx="71909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407.25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建物面積：約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33.99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（依謄本登記為主）；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另未保存登記約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200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滴水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1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使用分區：一般農業區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農牧用地；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大電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99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面寬深度：約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23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/34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臨路：阿公店路三段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(10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5860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萬（每地坪約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14.4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萬）            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5200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(12.8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地坪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天車、涼亭、會議室、有租約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至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2030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月，前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月，後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2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EAA183-AC0C-470C-A78F-3557C8A0001A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3" name="圖片 22" descr="一張含有 螢幕擷取畫面 的圖片&#10;&#10;自動產生的描述">
            <a:extLst>
              <a:ext uri="{FF2B5EF4-FFF2-40B4-BE49-F238E27FC236}">
                <a16:creationId xmlns:a16="http://schemas.microsoft.com/office/drawing/2014/main" id="{37A7658B-53EC-4115-B317-23783C5E14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文字方塊 48">
            <a:extLst>
              <a:ext uri="{FF2B5EF4-FFF2-40B4-BE49-F238E27FC236}">
                <a16:creationId xmlns:a16="http://schemas.microsoft.com/office/drawing/2014/main" id="{D48ED9B5-CFBA-438A-84D7-2A95FF34B384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25" name="文字方塊 48">
            <a:extLst>
              <a:ext uri="{FF2B5EF4-FFF2-40B4-BE49-F238E27FC236}">
                <a16:creationId xmlns:a16="http://schemas.microsoft.com/office/drawing/2014/main" id="{FB46AF16-BF46-4E3E-8DBD-79C7999D4B37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640D6574-0C56-1B22-F877-6C0FAB47B90B}"/>
              </a:ext>
            </a:extLst>
          </p:cNvPr>
          <p:cNvSpPr/>
          <p:nvPr/>
        </p:nvSpPr>
        <p:spPr>
          <a:xfrm flipV="1">
            <a:off x="4034573" y="3386815"/>
            <a:ext cx="4779110" cy="63120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D84168-DA34-989E-AA58-AC6E009C50C7}"/>
              </a:ext>
            </a:extLst>
          </p:cNvPr>
          <p:cNvSpPr txBox="1"/>
          <p:nvPr/>
        </p:nvSpPr>
        <p:spPr>
          <a:xfrm>
            <a:off x="4316252" y="3030664"/>
            <a:ext cx="2662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岡山區阿公店路三段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386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號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C053D577-01A6-467E-AB8B-33D027B8D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69" y="1202935"/>
            <a:ext cx="3353804" cy="2515353"/>
          </a:xfrm>
          <a:prstGeom prst="rect">
            <a:avLst/>
          </a:prstGeom>
        </p:spPr>
      </p:pic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5C6AD92-E811-4566-BBE6-E67A157E05B6}"/>
              </a:ext>
            </a:extLst>
          </p:cNvPr>
          <p:cNvCxnSpPr>
            <a:cxnSpLocks/>
          </p:cNvCxnSpPr>
          <p:nvPr/>
        </p:nvCxnSpPr>
        <p:spPr>
          <a:xfrm flipV="1">
            <a:off x="1263652" y="5727312"/>
            <a:ext cx="2022593" cy="316937"/>
          </a:xfrm>
          <a:prstGeom prst="line">
            <a:avLst/>
          </a:prstGeom>
          <a:ln w="31750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CA4F34CB-8BAE-487F-9449-4045BFCFBBE5}"/>
              </a:ext>
            </a:extLst>
          </p:cNvPr>
          <p:cNvCxnSpPr>
            <a:cxnSpLocks/>
          </p:cNvCxnSpPr>
          <p:nvPr/>
        </p:nvCxnSpPr>
        <p:spPr>
          <a:xfrm>
            <a:off x="1228007" y="5752362"/>
            <a:ext cx="2058238" cy="242999"/>
          </a:xfrm>
          <a:prstGeom prst="line">
            <a:avLst/>
          </a:prstGeom>
          <a:ln w="31750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D2C51374-B481-44CB-8234-3A199D852E04}"/>
              </a:ext>
            </a:extLst>
          </p:cNvPr>
          <p:cNvSpPr/>
          <p:nvPr/>
        </p:nvSpPr>
        <p:spPr>
          <a:xfrm>
            <a:off x="3869618" y="5773299"/>
            <a:ext cx="362310" cy="2249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A17E10-40E8-4953-B04B-2D5619DDE1A0}"/>
              </a:ext>
            </a:extLst>
          </p:cNvPr>
          <p:cNvSpPr/>
          <p:nvPr/>
        </p:nvSpPr>
        <p:spPr>
          <a:xfrm rot="3644738">
            <a:off x="9804470" y="1947329"/>
            <a:ext cx="364067" cy="16999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accent2"/>
                </a:solidFill>
              </a:rPr>
              <a:t>10</a:t>
            </a:r>
            <a:endParaRPr lang="zh-TW" altLang="en-US" sz="1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62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9A26DCA9-61EA-4549-B6AF-44CF957E4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202" y="345057"/>
            <a:ext cx="9010180" cy="6367981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52764" y="542197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測量成果圖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613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D6EC4A91-16D2-436B-90C3-A815DCF2A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874" y="676153"/>
            <a:ext cx="8632967" cy="6100663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F69274-C4ED-1CE3-23F8-E4D52DCB2852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9B8B485-3387-ABB4-EBC1-9966F170D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2BD8AE4-7876-222D-D989-1F1BF42AA798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C3B453A-FE59-B8E4-9653-2445C1C34E0D}"/>
              </a:ext>
            </a:extLst>
          </p:cNvPr>
          <p:cNvSpPr txBox="1"/>
          <p:nvPr/>
        </p:nvSpPr>
        <p:spPr>
          <a:xfrm>
            <a:off x="1511007" y="538374"/>
            <a:ext cx="1934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使用執照</a:t>
            </a:r>
          </a:p>
        </p:txBody>
      </p:sp>
      <p:sp>
        <p:nvSpPr>
          <p:cNvPr id="9" name="手繪多邊形: 圖案 8">
            <a:extLst>
              <a:ext uri="{FF2B5EF4-FFF2-40B4-BE49-F238E27FC236}">
                <a16:creationId xmlns:a16="http://schemas.microsoft.com/office/drawing/2014/main" id="{1E87D742-C8EF-8455-238E-2A87C8308303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51C8F6-43CE-4E4E-BC30-DB20AC90686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5" name="圖片 14" descr="一張含有 螢幕擷取畫面 的圖片&#10;&#10;自動產生的描述">
            <a:extLst>
              <a:ext uri="{FF2B5EF4-FFF2-40B4-BE49-F238E27FC236}">
                <a16:creationId xmlns:a16="http://schemas.microsoft.com/office/drawing/2014/main" id="{0957B0C0-40A5-42BF-A497-3B9B25D32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字方塊 48">
            <a:extLst>
              <a:ext uri="{FF2B5EF4-FFF2-40B4-BE49-F238E27FC236}">
                <a16:creationId xmlns:a16="http://schemas.microsoft.com/office/drawing/2014/main" id="{CDD88D51-D96E-4333-95A4-F536F933708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86BB8D57-1AE7-4F5F-AD6F-0F72F4F4FC23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085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交通區位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95BC32C1-21E9-4740-96BF-5EA23D07E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01166"/>
            <a:ext cx="12192000" cy="5376211"/>
          </a:xfrm>
          <a:prstGeom prst="rect">
            <a:avLst/>
          </a:prstGeom>
        </p:spPr>
      </p:pic>
      <p:sp>
        <p:nvSpPr>
          <p:cNvPr id="23" name="橢圓 22">
            <a:extLst>
              <a:ext uri="{FF2B5EF4-FFF2-40B4-BE49-F238E27FC236}">
                <a16:creationId xmlns:a16="http://schemas.microsoft.com/office/drawing/2014/main" id="{337A5D16-A410-44EC-B2A4-63C45A0D589E}"/>
              </a:ext>
            </a:extLst>
          </p:cNvPr>
          <p:cNvSpPr/>
          <p:nvPr/>
        </p:nvSpPr>
        <p:spPr>
          <a:xfrm>
            <a:off x="2907647" y="1282067"/>
            <a:ext cx="1276164" cy="581240"/>
          </a:xfrm>
          <a:prstGeom prst="ellipse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路竹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科學園區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4D778DC4-E049-4A52-8BC6-A8C9CAE62F97}"/>
              </a:ext>
            </a:extLst>
          </p:cNvPr>
          <p:cNvSpPr/>
          <p:nvPr/>
        </p:nvSpPr>
        <p:spPr>
          <a:xfrm>
            <a:off x="2361307" y="2533752"/>
            <a:ext cx="1276164" cy="576111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永安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產業園區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366D441E-AAFE-46A3-B169-A7A85CEF8B7F}"/>
              </a:ext>
            </a:extLst>
          </p:cNvPr>
          <p:cNvSpPr/>
          <p:nvPr/>
        </p:nvSpPr>
        <p:spPr>
          <a:xfrm>
            <a:off x="3802464" y="2646526"/>
            <a:ext cx="1276164" cy="576111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本州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產業園區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0AD21E-DB9D-484A-9A04-A1E046FFC9D1}"/>
              </a:ext>
            </a:extLst>
          </p:cNvPr>
          <p:cNvSpPr/>
          <p:nvPr/>
        </p:nvSpPr>
        <p:spPr>
          <a:xfrm>
            <a:off x="3865490" y="3360407"/>
            <a:ext cx="506323" cy="273225"/>
          </a:xfrm>
          <a:prstGeom prst="rect">
            <a:avLst/>
          </a:prstGeom>
          <a:solidFill>
            <a:srgbClr val="FF0000"/>
          </a:solidFill>
          <a:ln w="25400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標的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D5092C7-C827-4C0A-9644-B15599879D7C}"/>
              </a:ext>
            </a:extLst>
          </p:cNvPr>
          <p:cNvSpPr/>
          <p:nvPr/>
        </p:nvSpPr>
        <p:spPr>
          <a:xfrm>
            <a:off x="4998660" y="4959530"/>
            <a:ext cx="1276164" cy="576112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白埔產業園區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60254C4-EF11-4133-903B-7AE36F5DC5FC}"/>
              </a:ext>
            </a:extLst>
          </p:cNvPr>
          <p:cNvSpPr/>
          <p:nvPr/>
        </p:nvSpPr>
        <p:spPr>
          <a:xfrm>
            <a:off x="7425013" y="5324980"/>
            <a:ext cx="1276164" cy="581240"/>
          </a:xfrm>
          <a:prstGeom prst="ellipse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橋頭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科學園區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33648EEE-DE56-450C-A1A3-C14CC96790B4}"/>
              </a:ext>
            </a:extLst>
          </p:cNvPr>
          <p:cNvSpPr/>
          <p:nvPr/>
        </p:nvSpPr>
        <p:spPr>
          <a:xfrm>
            <a:off x="6638568" y="4124887"/>
            <a:ext cx="1539274" cy="581241"/>
          </a:xfrm>
          <a:prstGeom prst="ellipse">
            <a:avLst/>
          </a:prstGeom>
          <a:solidFill>
            <a:srgbClr val="00B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岡山交流道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A3F3419E-672B-4FAC-9E63-1A8066F78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21176"/>
            <a:ext cx="602390" cy="60239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63E26AD-B075-4AD3-8930-5E50798A3C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902" y="3131913"/>
            <a:ext cx="455223" cy="45698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AFB667F-3C6B-4335-9AF2-62B750A497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2482" y="3964078"/>
            <a:ext cx="433687" cy="4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7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1546D30-C1DD-4C8A-8496-62D4B695B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165" y="1295099"/>
            <a:ext cx="4417624" cy="307627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690380C-16B9-43AF-B90B-48C416DCB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900" y="1295099"/>
            <a:ext cx="4417624" cy="305411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D71B08A-2322-4456-B7A8-D63DB00E0E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258" y="3429000"/>
            <a:ext cx="4691379" cy="286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59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8F9F0C-CBB3-49C2-AECD-ACFC6980F3FE}"/>
              </a:ext>
            </a:extLst>
          </p:cNvPr>
          <p:cNvSpPr txBox="1"/>
          <p:nvPr/>
        </p:nvSpPr>
        <p:spPr>
          <a:xfrm>
            <a:off x="4631695" y="2395358"/>
            <a:ext cx="7094637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岡山精選大面寬挑高廠房，近本洲產業園區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廠房面寬約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17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米，深度約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32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米，滴水約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米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適合中小型工廠或倉儲使用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有租約</a:t>
            </a:r>
            <a:r>
              <a:rPr lang="en-US" altLang="zh-TW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年，可先穩定收租金，再自用</a:t>
            </a:r>
            <a:endParaRPr lang="en-US" altLang="zh-TW" sz="22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02BAA14F-6DC4-6480-3F80-1366EB0C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72C1BD5-48EB-B90E-ECF6-4587A8D641E9}"/>
              </a:ext>
            </a:extLst>
          </p:cNvPr>
          <p:cNvSpPr txBox="1"/>
          <p:nvPr/>
        </p:nvSpPr>
        <p:spPr>
          <a:xfrm>
            <a:off x="589680" y="2261508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投資亮點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83976E9-D898-FF40-43EC-5D35F8C2F902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A800D9-BC5D-E489-89E9-960E9F683A5E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0EE9D13D-D700-8EC1-88E4-898CC2AF7098}"/>
              </a:ext>
            </a:extLst>
          </p:cNvPr>
          <p:cNvSpPr/>
          <p:nvPr/>
        </p:nvSpPr>
        <p:spPr>
          <a:xfrm flipV="1">
            <a:off x="2903681" y="2565772"/>
            <a:ext cx="1414395" cy="6227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BD01A1-7AFC-4711-AE47-386F54FD605B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2292E612-01D1-45F4-AB43-9A941F3E7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90BABE7C-8E87-4B4E-821F-5D343EA6C56A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6" name="文字方塊 48">
            <a:extLst>
              <a:ext uri="{FF2B5EF4-FFF2-40B4-BE49-F238E27FC236}">
                <a16:creationId xmlns:a16="http://schemas.microsoft.com/office/drawing/2014/main" id="{60028E4E-AF57-4DBE-B1D6-5DBEB84B6F4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18C25FC-F5E9-4B5B-B794-414E7A0FF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71" y="3043409"/>
            <a:ext cx="3050667" cy="2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1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4220</TotalTime>
  <Words>452</Words>
  <Application>Microsoft Office PowerPoint</Application>
  <PresentationFormat>寬螢幕</PresentationFormat>
  <Paragraphs>58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Microsoft YaHei</vt:lpstr>
      <vt:lpstr>微軟正黑體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偉忠 張</cp:lastModifiedBy>
  <cp:revision>321</cp:revision>
  <cp:lastPrinted>2026-05-13T14:40:28Z</cp:lastPrinted>
  <dcterms:created xsi:type="dcterms:W3CDTF">2021-08-28T02:07:24Z</dcterms:created>
  <dcterms:modified xsi:type="dcterms:W3CDTF">2026-05-13T14:41:09Z</dcterms:modified>
</cp:coreProperties>
</file>