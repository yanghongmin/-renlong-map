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</p:sldIdLst>
  <p:sldSz cx="6858000" cy="9906000" type="A4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452" y="-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E-CHENG LIN" userId="c9f7f1b38e7e283d" providerId="LiveId" clId="{CC092296-7BA0-464E-975F-DE22FEC9CA5B}"/>
    <pc:docChg chg="custSel modSld">
      <pc:chgData name="JIE-CHENG LIN" userId="c9f7f1b38e7e283d" providerId="LiveId" clId="{CC092296-7BA0-464E-975F-DE22FEC9CA5B}" dt="2026-07-22T02:28:37.819" v="10" actId="1076"/>
      <pc:docMkLst>
        <pc:docMk/>
      </pc:docMkLst>
      <pc:sldChg chg="modSp mod">
        <pc:chgData name="JIE-CHENG LIN" userId="c9f7f1b38e7e283d" providerId="LiveId" clId="{CC092296-7BA0-464E-975F-DE22FEC9CA5B}" dt="2026-07-22T02:23:22.215" v="3" actId="20577"/>
        <pc:sldMkLst>
          <pc:docMk/>
          <pc:sldMk cId="2330511865" sldId="256"/>
        </pc:sldMkLst>
        <pc:spChg chg="mod">
          <ac:chgData name="JIE-CHENG LIN" userId="c9f7f1b38e7e283d" providerId="LiveId" clId="{CC092296-7BA0-464E-975F-DE22FEC9CA5B}" dt="2026-07-22T02:23:22.215" v="3" actId="20577"/>
          <ac:spMkLst>
            <pc:docMk/>
            <pc:sldMk cId="2330511865" sldId="256"/>
            <ac:spMk id="13" creationId="{9C84D039-A76E-499B-8A09-7F36A283ABCF}"/>
          </ac:spMkLst>
        </pc:spChg>
      </pc:sldChg>
      <pc:sldChg chg="addSp delSp modSp mod">
        <pc:chgData name="JIE-CHENG LIN" userId="c9f7f1b38e7e283d" providerId="LiveId" clId="{CC092296-7BA0-464E-975F-DE22FEC9CA5B}" dt="2026-07-22T02:28:37.819" v="10" actId="1076"/>
        <pc:sldMkLst>
          <pc:docMk/>
          <pc:sldMk cId="4168044536" sldId="261"/>
        </pc:sldMkLst>
        <pc:picChg chg="add mod">
          <ac:chgData name="JIE-CHENG LIN" userId="c9f7f1b38e7e283d" providerId="LiveId" clId="{CC092296-7BA0-464E-975F-DE22FEC9CA5B}" dt="2026-07-22T02:28:37.819" v="10" actId="1076"/>
          <ac:picMkLst>
            <pc:docMk/>
            <pc:sldMk cId="4168044536" sldId="261"/>
            <ac:picMk id="3" creationId="{08657197-DDD6-6C08-C7D2-E8BFD89EF348}"/>
          </ac:picMkLst>
        </pc:picChg>
        <pc:picChg chg="del">
          <ac:chgData name="JIE-CHENG LIN" userId="c9f7f1b38e7e283d" providerId="LiveId" clId="{CC092296-7BA0-464E-975F-DE22FEC9CA5B}" dt="2026-07-22T02:28:14.438" v="4" actId="478"/>
          <ac:picMkLst>
            <pc:docMk/>
            <pc:sldMk cId="4168044536" sldId="261"/>
            <ac:picMk id="6" creationId="{B7FBE4BF-E8E4-9543-7F97-F7BB6A4522E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884AEF-9A38-46C6-9286-240CA44FF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69793B-FADC-4680-854D-FC28C3265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08199E-D45F-4338-8BA6-B0724EAB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F4A9C5-1623-4AFA-8D2C-71E0DF33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B922AB-DD3E-43D4-9EBD-0588705A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66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4C69E-DDAA-46F6-BDA6-F616E1DD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04E7B6-9AD0-47C9-B236-A58315C30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24F1C8-B638-4C3E-9EFA-6AE44DB4D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6060BF-1B75-466B-9090-CFD998E9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90C5CA-D6A9-4C96-8B5B-03B0785D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394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B73F0F-284C-4327-A57B-B6DE701F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D83D54F-E2BD-4F09-983F-299D9D3A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F3FAFB-50A5-4298-8153-7D384BA6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15F988-DEF5-40C9-9F2D-78610D3A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762612-34C9-4260-9F8C-CD6E6E8D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48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F66524-FDEC-46EB-98E7-5299D2FC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8EA63C-A1C6-44D9-92E0-85101CA66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25CEBD-F111-44F8-9344-6BFCC90F0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CE3340B-14C8-4FB2-A64D-94425BD7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881FF1-D114-45F4-B3DD-4F30CC6D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8C65DE-75F0-49A2-AB4C-93419D82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29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00F09C-ED84-4333-A5C7-3A6AB126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D686DA-569F-44D4-80CC-B2DF058ED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774F0E-89B3-46DF-A4C8-9049A5E41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393A052-4E29-4112-9218-CE1AD1B55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8390D0-36D3-40D1-A71A-ECCA7F054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3522AA-48AD-4943-9447-EF3678A3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57B766-6BC4-463D-A1C2-5B351F3D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83D759-1755-4023-93A6-41DD6438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28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90FAA-E5FD-4688-B65E-4A0E674F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2A5D9C4-399F-41DC-8EE8-3007C890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7A204C-40C7-48F6-BB96-C959CB2B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0F0979-8866-4124-B7AF-F394A6AB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92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BF6AE24-E422-472E-B986-A400C68D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2F6FE05-24ED-426F-95EE-9FF6D728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2D859E-8187-4485-BDB7-C1890949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51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14D82-F6C5-4013-AE46-60C9BDCD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20D688-0042-4944-B003-199FDB217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46B95C-58C6-4C92-AC42-DE6C97CD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145071-DCBB-4E5B-9111-CAF2B79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280DE5-C221-4317-9F8F-9007F7BA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3CA0A6-037A-49FE-8411-15069C3C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14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D625F0-C8F3-4BD7-BB09-2C308AD3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DB1996F-BC97-4782-86C5-C13E509D7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234ADD-4D19-4D35-BC74-98E9F9DB4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D92625-F608-4B29-9E3E-36366DBF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7129527-F593-4C96-9361-DF489765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8E3606-EB6C-4CE4-9ED4-0BB1F515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08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CD9D1-7E91-442E-A3D5-1DDA2B8C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00FF29-4C27-48AF-82CA-A82785CA5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AFC6D1-84B7-4BEF-AFDF-4BAC2738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707892-BF78-4D9A-91BC-89075C58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4BFCFB-6740-4D44-AAB6-019B14E4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06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F1795D-4889-4D65-AF08-7066E0031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61170F-3DB9-4DF1-B2A1-A6C4668DD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D61ABD-DEE7-4234-AB1A-93CB7124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020940-BB62-4BFA-A694-1F9097A8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A7EF2F-77EC-4C07-B9C0-2C0C4734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52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CDA4D1-D480-4B40-814E-0AAF44CD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4FEBFFA-5435-48C4-B608-79C71AAD6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7DA4E9-E93A-4DC3-85BE-F4264BCF4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AA9EA-BF14-4B40-8177-873065AE78B2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571CA6-DFCC-41EA-83B5-BCD59DB18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69AD53-A883-48C0-876C-3E7D56080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25FE6-4862-44AD-BCE2-9CDE1E9F1E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24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E816D8-66CD-4C59-91CD-864429425762}"/>
              </a:ext>
            </a:extLst>
          </p:cNvPr>
          <p:cNvSpPr/>
          <p:nvPr/>
        </p:nvSpPr>
        <p:spPr>
          <a:xfrm>
            <a:off x="866" y="8991600"/>
            <a:ext cx="6857134" cy="914400"/>
          </a:xfrm>
          <a:prstGeom prst="rect">
            <a:avLst/>
          </a:prstGeom>
          <a:solidFill>
            <a:srgbClr val="497D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6F48ED06-3F8D-4D80-9590-5C873CCA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65" y="9125673"/>
            <a:ext cx="2907242" cy="638175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34994A-BDC2-4878-BA64-6F2CC67E9CCC}"/>
              </a:ext>
            </a:extLst>
          </p:cNvPr>
          <p:cNvSpPr/>
          <p:nvPr/>
        </p:nvSpPr>
        <p:spPr>
          <a:xfrm>
            <a:off x="1346109" y="4753824"/>
            <a:ext cx="4197201" cy="868656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前鎮育群街建地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84D039-A76E-499B-8A09-7F36A283ABCF}"/>
              </a:ext>
            </a:extLst>
          </p:cNvPr>
          <p:cNvSpPr txBox="1"/>
          <p:nvPr/>
        </p:nvSpPr>
        <p:spPr>
          <a:xfrm>
            <a:off x="253806" y="5443354"/>
            <a:ext cx="6566535" cy="3481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位置：高雄市前鎮區育群街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82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  <a:endParaRPr lang="en-US" altLang="zh-TW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4500"/>
              </a:lnSpc>
            </a:pP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地坪：約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92.1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lang="en-US" altLang="zh-TW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4500"/>
              </a:lnSpc>
            </a:pP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未保存登記約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層，一層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米，二層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ts val="4500"/>
              </a:lnSpc>
            </a:pPr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分區：住三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(50/240)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4500"/>
              </a:lnSpc>
            </a:pP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:63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lang="en-US" altLang="zh-TW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4500"/>
              </a:lnSpc>
            </a:pP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租金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:4.2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DE6C670-ED7F-45DD-8E85-32BDCCE6943A}"/>
              </a:ext>
            </a:extLst>
          </p:cNvPr>
          <p:cNvSpPr/>
          <p:nvPr/>
        </p:nvSpPr>
        <p:spPr>
          <a:xfrm>
            <a:off x="5278581" y="7600549"/>
            <a:ext cx="1287954" cy="1287954"/>
          </a:xfrm>
          <a:prstGeom prst="roundRect">
            <a:avLst/>
          </a:prstGeom>
          <a:solidFill>
            <a:srgbClr val="C42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售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1770A30-E173-B49B-40AF-2E36BA4F7EF0}"/>
              </a:ext>
            </a:extLst>
          </p:cNvPr>
          <p:cNvSpPr txBox="1"/>
          <p:nvPr/>
        </p:nvSpPr>
        <p:spPr>
          <a:xfrm>
            <a:off x="3444709" y="8991600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天空, 戶外, 車輛, 陸上交通工具 的圖片&#10;&#10;AI 產生的內容可能不正確。">
            <a:extLst>
              <a:ext uri="{FF2B5EF4-FFF2-40B4-BE49-F238E27FC236}">
                <a16:creationId xmlns:a16="http://schemas.microsoft.com/office/drawing/2014/main" id="{075D2E46-B621-D214-B246-66CA34061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39" y="122482"/>
            <a:ext cx="6085740" cy="4564305"/>
          </a:xfrm>
          <a:prstGeom prst="rect">
            <a:avLst/>
          </a:prstGeom>
        </p:spPr>
      </p:pic>
      <p:pic>
        <p:nvPicPr>
          <p:cNvPr id="3" name="圖片 2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9B4F66B6-2C44-59B5-8FC1-524DB4514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437" y="1867591"/>
            <a:ext cx="2286539" cy="53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1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E816D8-66CD-4C59-91CD-864429425762}"/>
              </a:ext>
            </a:extLst>
          </p:cNvPr>
          <p:cNvSpPr/>
          <p:nvPr/>
        </p:nvSpPr>
        <p:spPr>
          <a:xfrm>
            <a:off x="866" y="8991600"/>
            <a:ext cx="6857134" cy="914400"/>
          </a:xfrm>
          <a:prstGeom prst="rect">
            <a:avLst/>
          </a:prstGeom>
          <a:solidFill>
            <a:srgbClr val="497D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6F48ED06-3F8D-4D80-9590-5C873CCA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65" y="9125673"/>
            <a:ext cx="2907242" cy="638175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34994A-BDC2-4878-BA64-6F2CC67E9CCC}"/>
              </a:ext>
            </a:extLst>
          </p:cNvPr>
          <p:cNvSpPr/>
          <p:nvPr/>
        </p:nvSpPr>
        <p:spPr>
          <a:xfrm>
            <a:off x="2310336" y="4779273"/>
            <a:ext cx="2237327" cy="679961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物件介紹</a:t>
            </a: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1A72A139-1C13-4773-B81E-0AC2B4985FA5}"/>
              </a:ext>
            </a:extLst>
          </p:cNvPr>
          <p:cNvSpPr/>
          <p:nvPr/>
        </p:nvSpPr>
        <p:spPr>
          <a:xfrm>
            <a:off x="355405" y="5475597"/>
            <a:ext cx="440051" cy="440051"/>
          </a:xfrm>
          <a:prstGeom prst="star5">
            <a:avLst>
              <a:gd name="adj" fmla="val 23836"/>
              <a:gd name="hf" fmla="val 105146"/>
              <a:gd name="vf" fmla="val 110557"/>
            </a:avLst>
          </a:prstGeom>
          <a:solidFill>
            <a:srgbClr val="C42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9F914DB5-8F67-4697-9955-E3911058C19C}"/>
              </a:ext>
            </a:extLst>
          </p:cNvPr>
          <p:cNvSpPr/>
          <p:nvPr/>
        </p:nvSpPr>
        <p:spPr>
          <a:xfrm>
            <a:off x="399344" y="6901970"/>
            <a:ext cx="440051" cy="440051"/>
          </a:xfrm>
          <a:prstGeom prst="star5">
            <a:avLst>
              <a:gd name="adj" fmla="val 23836"/>
              <a:gd name="hf" fmla="val 105146"/>
              <a:gd name="vf" fmla="val 110557"/>
            </a:avLst>
          </a:prstGeom>
          <a:solidFill>
            <a:srgbClr val="C42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DB665778-6A74-45B7-A4FA-5B27F2C80B81}"/>
              </a:ext>
            </a:extLst>
          </p:cNvPr>
          <p:cNvSpPr/>
          <p:nvPr/>
        </p:nvSpPr>
        <p:spPr>
          <a:xfrm>
            <a:off x="399344" y="7766982"/>
            <a:ext cx="440051" cy="440051"/>
          </a:xfrm>
          <a:prstGeom prst="star5">
            <a:avLst>
              <a:gd name="adj" fmla="val 23836"/>
              <a:gd name="hf" fmla="val 105146"/>
              <a:gd name="vf" fmla="val 110557"/>
            </a:avLst>
          </a:prstGeom>
          <a:solidFill>
            <a:srgbClr val="C42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8889F2C-3C10-278E-4F15-97FB2F50086F}"/>
              </a:ext>
            </a:extLst>
          </p:cNvPr>
          <p:cNvSpPr txBox="1"/>
          <p:nvPr/>
        </p:nvSpPr>
        <p:spPr>
          <a:xfrm>
            <a:off x="291465" y="5806060"/>
            <a:ext cx="6566535" cy="61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近瑞隆商圈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凱旋輕軌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生活交通便利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7BEB067-D7B1-F77E-737B-138FE5A64342}"/>
              </a:ext>
            </a:extLst>
          </p:cNvPr>
          <p:cNvSpPr txBox="1"/>
          <p:nvPr/>
        </p:nvSpPr>
        <p:spPr>
          <a:xfrm>
            <a:off x="795455" y="6774642"/>
            <a:ext cx="6470364" cy="631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適合自用客自地興建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1F98955-66C1-52A1-5310-86E9068257E9}"/>
              </a:ext>
            </a:extLst>
          </p:cNvPr>
          <p:cNvSpPr txBox="1"/>
          <p:nvPr/>
        </p:nvSpPr>
        <p:spPr>
          <a:xfrm>
            <a:off x="747369" y="7687914"/>
            <a:ext cx="6566535" cy="631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現況建物賣方會拆除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素地點交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地圖, 字型, 方案 的圖片&#10;&#10;AI 產生的內容可能不正確。">
            <a:extLst>
              <a:ext uri="{FF2B5EF4-FFF2-40B4-BE49-F238E27FC236}">
                <a16:creationId xmlns:a16="http://schemas.microsoft.com/office/drawing/2014/main" id="{CFBB7FC0-F8FF-2B46-3AA0-9FD7D0C9C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81" y="142152"/>
            <a:ext cx="6452236" cy="4457560"/>
          </a:xfrm>
          <a:prstGeom prst="rect">
            <a:avLst/>
          </a:prstGeom>
        </p:spPr>
      </p:pic>
      <p:sp>
        <p:nvSpPr>
          <p:cNvPr id="4" name="星形: 五角 3">
            <a:extLst>
              <a:ext uri="{FF2B5EF4-FFF2-40B4-BE49-F238E27FC236}">
                <a16:creationId xmlns:a16="http://schemas.microsoft.com/office/drawing/2014/main" id="{E51C8A0B-2B16-3276-DBC9-FF5EECB8EED1}"/>
              </a:ext>
            </a:extLst>
          </p:cNvPr>
          <p:cNvSpPr/>
          <p:nvPr/>
        </p:nvSpPr>
        <p:spPr>
          <a:xfrm>
            <a:off x="1525060" y="1696835"/>
            <a:ext cx="440051" cy="440051"/>
          </a:xfrm>
          <a:prstGeom prst="star5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61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E816D8-66CD-4C59-91CD-864429425762}"/>
              </a:ext>
            </a:extLst>
          </p:cNvPr>
          <p:cNvSpPr/>
          <p:nvPr/>
        </p:nvSpPr>
        <p:spPr>
          <a:xfrm>
            <a:off x="866" y="8991600"/>
            <a:ext cx="6857134" cy="914400"/>
          </a:xfrm>
          <a:prstGeom prst="rect">
            <a:avLst/>
          </a:prstGeom>
          <a:solidFill>
            <a:srgbClr val="497D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6F48ED06-3F8D-4D80-9590-5C873CCA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65" y="9125673"/>
            <a:ext cx="2907242" cy="638175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34994A-BDC2-4878-BA64-6F2CC67E9CCC}"/>
              </a:ext>
            </a:extLst>
          </p:cNvPr>
          <p:cNvSpPr/>
          <p:nvPr/>
        </p:nvSpPr>
        <p:spPr>
          <a:xfrm>
            <a:off x="4398216" y="9125673"/>
            <a:ext cx="2237327" cy="679961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地籍圖</a:t>
            </a:r>
          </a:p>
        </p:txBody>
      </p:sp>
      <p:pic>
        <p:nvPicPr>
          <p:cNvPr id="5" name="圖片 4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6D308E11-DD24-6C87-955F-A3A0A2E3A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59" y="242622"/>
            <a:ext cx="6114184" cy="864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8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E816D8-66CD-4C59-91CD-864429425762}"/>
              </a:ext>
            </a:extLst>
          </p:cNvPr>
          <p:cNvSpPr/>
          <p:nvPr/>
        </p:nvSpPr>
        <p:spPr>
          <a:xfrm>
            <a:off x="866" y="8991600"/>
            <a:ext cx="6857134" cy="914400"/>
          </a:xfrm>
          <a:prstGeom prst="rect">
            <a:avLst/>
          </a:prstGeom>
          <a:solidFill>
            <a:srgbClr val="497D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6F48ED06-3F8D-4D80-9590-5C873CCA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65" y="9125673"/>
            <a:ext cx="2907242" cy="638175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34994A-BDC2-4878-BA64-6F2CC67E9CCC}"/>
              </a:ext>
            </a:extLst>
          </p:cNvPr>
          <p:cNvSpPr/>
          <p:nvPr/>
        </p:nvSpPr>
        <p:spPr>
          <a:xfrm>
            <a:off x="5867400" y="5262792"/>
            <a:ext cx="791003" cy="3195408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育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群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公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園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80A4CB9-F371-355C-0D99-0CB8036C359F}"/>
              </a:ext>
            </a:extLst>
          </p:cNvPr>
          <p:cNvSpPr/>
          <p:nvPr/>
        </p:nvSpPr>
        <p:spPr>
          <a:xfrm>
            <a:off x="5867399" y="378372"/>
            <a:ext cx="791003" cy="3195408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周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邊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現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況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 descr="一張含有 戶外, 天空, 車, 道路 的圖片&#10;&#10;AI 產生的內容可能不正確。">
            <a:extLst>
              <a:ext uri="{FF2B5EF4-FFF2-40B4-BE49-F238E27FC236}">
                <a16:creationId xmlns:a16="http://schemas.microsoft.com/office/drawing/2014/main" id="{DE6FB624-B53A-B833-E778-042429D3F8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97" y="4735837"/>
            <a:ext cx="5557840" cy="416838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8657197-DDD6-6C08-C7D2-E8BFD89EF3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97" y="268057"/>
            <a:ext cx="5557841" cy="416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4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E816D8-66CD-4C59-91CD-864429425762}"/>
              </a:ext>
            </a:extLst>
          </p:cNvPr>
          <p:cNvSpPr/>
          <p:nvPr/>
        </p:nvSpPr>
        <p:spPr>
          <a:xfrm>
            <a:off x="866" y="8991600"/>
            <a:ext cx="6857134" cy="914400"/>
          </a:xfrm>
          <a:prstGeom prst="rect">
            <a:avLst/>
          </a:prstGeom>
          <a:solidFill>
            <a:srgbClr val="497D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6F48ED06-3F8D-4D80-9590-5C873CCA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65" y="9125673"/>
            <a:ext cx="2907242" cy="638175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34994A-BDC2-4878-BA64-6F2CC67E9CCC}"/>
              </a:ext>
            </a:extLst>
          </p:cNvPr>
          <p:cNvSpPr/>
          <p:nvPr/>
        </p:nvSpPr>
        <p:spPr>
          <a:xfrm>
            <a:off x="4222956" y="9125673"/>
            <a:ext cx="2237327" cy="679961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面前街景</a:t>
            </a:r>
          </a:p>
        </p:txBody>
      </p:sp>
      <p:pic>
        <p:nvPicPr>
          <p:cNvPr id="4" name="圖片 3" descr="一張含有 戶外, 天空, 陸上交通工具, 車輛 的圖片&#10;&#10;AI 產生的內容可能不正確。">
            <a:extLst>
              <a:ext uri="{FF2B5EF4-FFF2-40B4-BE49-F238E27FC236}">
                <a16:creationId xmlns:a16="http://schemas.microsoft.com/office/drawing/2014/main" id="{41BB1F33-343D-5D68-0E34-5476889EB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14" y="393032"/>
            <a:ext cx="5392131" cy="4044098"/>
          </a:xfrm>
          <a:prstGeom prst="rect">
            <a:avLst/>
          </a:prstGeom>
        </p:spPr>
      </p:pic>
      <p:pic>
        <p:nvPicPr>
          <p:cNvPr id="7" name="圖片 6" descr="一張含有 戶外, 天空, 雲, 陸上交通工具 的圖片&#10;&#10;AI 產生的內容可能不正確。">
            <a:extLst>
              <a:ext uri="{FF2B5EF4-FFF2-40B4-BE49-F238E27FC236}">
                <a16:creationId xmlns:a16="http://schemas.microsoft.com/office/drawing/2014/main" id="{1278AEE8-54F4-D70E-A21E-624FFC198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14" y="4767336"/>
            <a:ext cx="5442816" cy="40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E816D8-66CD-4C59-91CD-864429425762}"/>
              </a:ext>
            </a:extLst>
          </p:cNvPr>
          <p:cNvSpPr/>
          <p:nvPr/>
        </p:nvSpPr>
        <p:spPr>
          <a:xfrm>
            <a:off x="866" y="8991600"/>
            <a:ext cx="6857134" cy="914400"/>
          </a:xfrm>
          <a:prstGeom prst="rect">
            <a:avLst/>
          </a:prstGeom>
          <a:solidFill>
            <a:srgbClr val="497D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6F48ED06-3F8D-4D80-9590-5C873CCA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65" y="9125673"/>
            <a:ext cx="2907242" cy="638175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34994A-BDC2-4878-BA64-6F2CC67E9CCC}"/>
              </a:ext>
            </a:extLst>
          </p:cNvPr>
          <p:cNvSpPr/>
          <p:nvPr/>
        </p:nvSpPr>
        <p:spPr>
          <a:xfrm>
            <a:off x="4222956" y="9125673"/>
            <a:ext cx="2237327" cy="679961"/>
          </a:xfrm>
          <a:prstGeom prst="roundRect">
            <a:avLst/>
          </a:prstGeom>
          <a:solidFill>
            <a:srgbClr val="1E3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內部照片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98715BF-E25E-4F83-B709-7D15D43AF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44" y="344580"/>
            <a:ext cx="5486037" cy="409079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3B10442-BACE-4C93-AB33-FEAA438EC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45" y="4672699"/>
            <a:ext cx="5486037" cy="415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99</Words>
  <Application>Microsoft Office PowerPoint</Application>
  <PresentationFormat>A4 紙張 (210x297 公釐)</PresentationFormat>
  <Paragraphs>23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恩康 李</dc:creator>
  <cp:lastModifiedBy>偉忠 張</cp:lastModifiedBy>
  <cp:revision>10</cp:revision>
  <cp:lastPrinted>2026-09-10T14:18:10Z</cp:lastPrinted>
  <dcterms:created xsi:type="dcterms:W3CDTF">2024-11-29T03:04:57Z</dcterms:created>
  <dcterms:modified xsi:type="dcterms:W3CDTF">2026-09-10T14:18:38Z</dcterms:modified>
</cp:coreProperties>
</file>