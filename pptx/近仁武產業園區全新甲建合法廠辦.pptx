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45" r:id="rId2"/>
    <p:sldId id="278" r:id="rId3"/>
    <p:sldId id="396" r:id="rId4"/>
    <p:sldId id="397" r:id="rId5"/>
    <p:sldId id="391" r:id="rId6"/>
    <p:sldId id="365" r:id="rId7"/>
    <p:sldId id="390" r:id="rId8"/>
    <p:sldId id="392" r:id="rId9"/>
    <p:sldId id="357" r:id="rId10"/>
    <p:sldId id="395" r:id="rId11"/>
    <p:sldId id="269" r:id="rId1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16356D"/>
    <a:srgbClr val="1C4E6E"/>
    <a:srgbClr val="A2B7CE"/>
    <a:srgbClr val="325C82"/>
    <a:srgbClr val="7A0000"/>
    <a:srgbClr val="FFFF00"/>
    <a:srgbClr val="ECECEC"/>
    <a:srgbClr val="789CA4"/>
    <a:srgbClr val="4E6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仁武區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19" y="3114108"/>
            <a:ext cx="582495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近仁武產業園區全新甲建合法廠辦</a:t>
            </a:r>
            <a:endParaRPr lang="en-US" altLang="zh-TW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</a:t>
            </a:r>
            <a:r>
              <a:rPr lang="en-US" altLang="zh-TW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r>
              <a:rPr lang="zh-TW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米水管路上</a:t>
            </a:r>
            <a:endParaRPr lang="en-US" altLang="zh-TW" sz="24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4280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145.44 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1635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  81.02 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32FF-AC8E-4B96-85F0-C24167E51302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406AEFA4-80E8-4A4E-9278-C853A6679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331618C2-4ED8-4C03-A1BA-83816E3DF10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DBE91E92-3DC8-4F6C-B0C7-82797A42A39D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DE587D3-1031-4678-A4BB-981A01C31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067" y="1833600"/>
            <a:ext cx="5743808" cy="403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822F3E6-B80C-4BE5-91DC-279AD959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476" y="36432"/>
            <a:ext cx="4599937" cy="6508540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392470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1" y="3850761"/>
            <a:ext cx="65471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145.44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81.02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使用分區：一般農業區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甲種建築用地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面寬深度：寬約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米；深約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29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臨路：水管路三段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8300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57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地坪）；租金每月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稅外加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戶；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4150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endParaRPr lang="zh-TW" altLang="en-US" sz="1400" b="1" u="sng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AA183-AC0C-470C-A78F-3557C8A0001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3" name="圖片 22" descr="一張含有 螢幕擷取畫面 的圖片&#10;&#10;自動產生的描述">
            <a:extLst>
              <a:ext uri="{FF2B5EF4-FFF2-40B4-BE49-F238E27FC236}">
                <a16:creationId xmlns:a16="http://schemas.microsoft.com/office/drawing/2014/main" id="{37A7658B-53EC-4115-B317-23783C5E1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48">
            <a:extLst>
              <a:ext uri="{FF2B5EF4-FFF2-40B4-BE49-F238E27FC236}">
                <a16:creationId xmlns:a16="http://schemas.microsoft.com/office/drawing/2014/main" id="{D48ED9B5-CFBA-438A-84D7-2A95FF34B384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5" name="文字方塊 48">
            <a:extLst>
              <a:ext uri="{FF2B5EF4-FFF2-40B4-BE49-F238E27FC236}">
                <a16:creationId xmlns:a16="http://schemas.microsoft.com/office/drawing/2014/main" id="{FB46AF16-BF46-4E3E-8DBD-79C7999D4B37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5B28622-E634-43FA-98F1-F3814ADAD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55" y="1168318"/>
            <a:ext cx="4044239" cy="262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2DF0E5D-1232-4649-ABC5-B7344B597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62" y="958210"/>
            <a:ext cx="9452513" cy="6679812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69274-C4ED-1CE3-23F8-E4D52DCB2852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9B8B485-3387-ABB4-EBC1-9966F17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D8AE4-7876-222D-D989-1F1BF42AA798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3B453A-FE59-B8E4-9653-2445C1C34E0D}"/>
              </a:ext>
            </a:extLst>
          </p:cNvPr>
          <p:cNvSpPr txBox="1"/>
          <p:nvPr/>
        </p:nvSpPr>
        <p:spPr>
          <a:xfrm>
            <a:off x="1511007" y="538374"/>
            <a:ext cx="193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使用執照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1E87D742-C8EF-8455-238E-2A87C830830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C8F6-43CE-4E4E-BC30-DB20AC90686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5" name="圖片 14" descr="一張含有 螢幕擷取畫面 的圖片&#10;&#10;自動產生的描述">
            <a:extLst>
              <a:ext uri="{FF2B5EF4-FFF2-40B4-BE49-F238E27FC236}">
                <a16:creationId xmlns:a16="http://schemas.microsoft.com/office/drawing/2014/main" id="{0957B0C0-40A5-42BF-A497-3B9B25D3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48">
            <a:extLst>
              <a:ext uri="{FF2B5EF4-FFF2-40B4-BE49-F238E27FC236}">
                <a16:creationId xmlns:a16="http://schemas.microsoft.com/office/drawing/2014/main" id="{CDD88D51-D96E-4333-95A4-F536F933708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86BB8D57-1AE7-4F5F-AD6F-0F72F4F4FC2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1673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E491259-C422-4046-B0E1-2F3E87753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73" y="948906"/>
            <a:ext cx="9704665" cy="68580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69274-C4ED-1CE3-23F8-E4D52DCB2852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9B8B485-3387-ABB4-EBC1-9966F17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D8AE4-7876-222D-D989-1F1BF42AA798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3B453A-FE59-B8E4-9653-2445C1C34E0D}"/>
              </a:ext>
            </a:extLst>
          </p:cNvPr>
          <p:cNvSpPr txBox="1"/>
          <p:nvPr/>
        </p:nvSpPr>
        <p:spPr>
          <a:xfrm>
            <a:off x="1511007" y="538374"/>
            <a:ext cx="193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使用執照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1E87D742-C8EF-8455-238E-2A87C830830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C8F6-43CE-4E4E-BC30-DB20AC90686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5" name="圖片 14" descr="一張含有 螢幕擷取畫面 的圖片&#10;&#10;自動產生的描述">
            <a:extLst>
              <a:ext uri="{FF2B5EF4-FFF2-40B4-BE49-F238E27FC236}">
                <a16:creationId xmlns:a16="http://schemas.microsoft.com/office/drawing/2014/main" id="{0957B0C0-40A5-42BF-A497-3B9B25D3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48">
            <a:extLst>
              <a:ext uri="{FF2B5EF4-FFF2-40B4-BE49-F238E27FC236}">
                <a16:creationId xmlns:a16="http://schemas.microsoft.com/office/drawing/2014/main" id="{CDD88D51-D96E-4333-95A4-F536F933708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86BB8D57-1AE7-4F5F-AD6F-0F72F4F4FC2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237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E8375B2-1AF3-425F-A8D0-011B08197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4716"/>
            <a:ext cx="12192000" cy="5069651"/>
          </a:xfrm>
          <a:prstGeom prst="rect">
            <a:avLst/>
          </a:prstGeom>
        </p:spPr>
      </p:pic>
      <p:sp>
        <p:nvSpPr>
          <p:cNvPr id="14" name="星形: 五角 13">
            <a:extLst>
              <a:ext uri="{FF2B5EF4-FFF2-40B4-BE49-F238E27FC236}">
                <a16:creationId xmlns:a16="http://schemas.microsoft.com/office/drawing/2014/main" id="{0FC1BCAE-8866-4403-B953-99E96D718040}"/>
              </a:ext>
            </a:extLst>
          </p:cNvPr>
          <p:cNvSpPr/>
          <p:nvPr/>
        </p:nvSpPr>
        <p:spPr>
          <a:xfrm>
            <a:off x="11233528" y="4371814"/>
            <a:ext cx="273161" cy="307777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0B7E81-3C33-46FF-BF26-E887E3E55B07}"/>
              </a:ext>
            </a:extLst>
          </p:cNvPr>
          <p:cNvSpPr txBox="1"/>
          <p:nvPr/>
        </p:nvSpPr>
        <p:spPr>
          <a:xfrm>
            <a:off x="11404664" y="4145280"/>
            <a:ext cx="603850" cy="30777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39D4A948-5ED6-45A4-9FCF-6899AC112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706" y="2076325"/>
            <a:ext cx="622271" cy="60239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72029AE-BD80-44C9-A862-A5BA5A2D5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453" y="5482672"/>
            <a:ext cx="602390" cy="602390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968DFDEE-1059-4A3F-8D54-24064190D6C6}"/>
              </a:ext>
            </a:extLst>
          </p:cNvPr>
          <p:cNvSpPr/>
          <p:nvPr/>
        </p:nvSpPr>
        <p:spPr>
          <a:xfrm>
            <a:off x="5711949" y="4354562"/>
            <a:ext cx="1240356" cy="684255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工業區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3C959961-4EBF-4148-8840-C181EAAB9DA6}"/>
              </a:ext>
            </a:extLst>
          </p:cNvPr>
          <p:cNvSpPr/>
          <p:nvPr/>
        </p:nvSpPr>
        <p:spPr>
          <a:xfrm>
            <a:off x="5806839" y="1269029"/>
            <a:ext cx="1240356" cy="684255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仁大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工業區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FBA17AA-E919-4973-A0EA-03431D7FF6DE}"/>
              </a:ext>
            </a:extLst>
          </p:cNvPr>
          <p:cNvSpPr/>
          <p:nvPr/>
        </p:nvSpPr>
        <p:spPr>
          <a:xfrm>
            <a:off x="8607076" y="4619055"/>
            <a:ext cx="1345722" cy="684255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產業園區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C77A044-4BFE-42B7-8CB1-1A93A7D72F56}"/>
              </a:ext>
            </a:extLst>
          </p:cNvPr>
          <p:cNvSpPr/>
          <p:nvPr/>
        </p:nvSpPr>
        <p:spPr>
          <a:xfrm>
            <a:off x="8006265" y="3978225"/>
            <a:ext cx="1538386" cy="704137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仁武交流道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A80D75E9-D625-4EC9-BE6B-66ECA70D6ACD}"/>
              </a:ext>
            </a:extLst>
          </p:cNvPr>
          <p:cNvSpPr/>
          <p:nvPr/>
        </p:nvSpPr>
        <p:spPr>
          <a:xfrm>
            <a:off x="3003404" y="3296286"/>
            <a:ext cx="1115248" cy="458109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64789174-525B-4187-9645-D0A5FF833FF2}"/>
              </a:ext>
            </a:extLst>
          </p:cNvPr>
          <p:cNvSpPr/>
          <p:nvPr/>
        </p:nvSpPr>
        <p:spPr>
          <a:xfrm>
            <a:off x="1476454" y="1479104"/>
            <a:ext cx="1769972" cy="787608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楠梓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科技產業園區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02BA6AF2-F5B7-4CC2-B155-819B2AD67BAA}"/>
              </a:ext>
            </a:extLst>
          </p:cNvPr>
          <p:cNvSpPr/>
          <p:nvPr/>
        </p:nvSpPr>
        <p:spPr>
          <a:xfrm>
            <a:off x="2543378" y="2678715"/>
            <a:ext cx="2013075" cy="1643561"/>
          </a:xfrm>
          <a:prstGeom prst="ellipse">
            <a:avLst/>
          </a:prstGeom>
          <a:noFill/>
          <a:ln w="698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477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重大建設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圖1 楠梓園區連外道路示意圖">
            <a:extLst>
              <a:ext uri="{FF2B5EF4-FFF2-40B4-BE49-F238E27FC236}">
                <a16:creationId xmlns:a16="http://schemas.microsoft.com/office/drawing/2014/main" id="{CF05C227-A9F9-4818-9A98-69EA684E5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45" y="1142626"/>
            <a:ext cx="6887488" cy="517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01C7821E-72F8-4226-AED6-CD56523457D8}"/>
              </a:ext>
            </a:extLst>
          </p:cNvPr>
          <p:cNvSpPr/>
          <p:nvPr/>
        </p:nvSpPr>
        <p:spPr>
          <a:xfrm>
            <a:off x="4184361" y="4892176"/>
            <a:ext cx="1115248" cy="458109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F984287-4DF1-468A-BA25-67A6C4704ECC}"/>
              </a:ext>
            </a:extLst>
          </p:cNvPr>
          <p:cNvSpPr txBox="1"/>
          <p:nvPr/>
        </p:nvSpPr>
        <p:spPr>
          <a:xfrm>
            <a:off x="3805960" y="601274"/>
            <a:ext cx="4580080" cy="400110"/>
          </a:xfrm>
          <a:prstGeom prst="rect">
            <a:avLst/>
          </a:prstGeom>
          <a:solidFill>
            <a:srgbClr val="FF0000">
              <a:alpha val="90000"/>
            </a:srgbClr>
          </a:solidFill>
          <a:ln w="25400">
            <a:solidFill>
              <a:srgbClr val="FFFF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台積電楠梓園區聯外道路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、國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1)</a:t>
            </a:r>
            <a:endParaRPr lang="zh-TW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96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重大建設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0" name="Picture 2" descr="圖5 楠梓園區連外道路模擬圖">
            <a:extLst>
              <a:ext uri="{FF2B5EF4-FFF2-40B4-BE49-F238E27FC236}">
                <a16:creationId xmlns:a16="http://schemas.microsoft.com/office/drawing/2014/main" id="{B6D4AE66-6E3C-48A0-8BF1-683A0CF84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616" y="1380363"/>
            <a:ext cx="8467725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22B1D758-2053-4088-B9FC-DD98D30BF4D2}"/>
              </a:ext>
            </a:extLst>
          </p:cNvPr>
          <p:cNvSpPr/>
          <p:nvPr/>
        </p:nvSpPr>
        <p:spPr>
          <a:xfrm>
            <a:off x="8480316" y="1700402"/>
            <a:ext cx="1115248" cy="458109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B9E9B2C-F8A0-4196-94E8-FCE360248043}"/>
              </a:ext>
            </a:extLst>
          </p:cNvPr>
          <p:cNvSpPr txBox="1"/>
          <p:nvPr/>
        </p:nvSpPr>
        <p:spPr>
          <a:xfrm>
            <a:off x="3805960" y="601274"/>
            <a:ext cx="4580080" cy="400110"/>
          </a:xfrm>
          <a:prstGeom prst="rect">
            <a:avLst/>
          </a:prstGeom>
          <a:solidFill>
            <a:srgbClr val="FF0000">
              <a:alpha val="90000"/>
            </a:srgbClr>
          </a:solidFill>
          <a:ln w="25400">
            <a:solidFill>
              <a:srgbClr val="FFFF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台積電楠梓園區聯外道路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、國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1)</a:t>
            </a:r>
            <a:endParaRPr lang="zh-TW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2835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33DCA2CF-B9AE-4470-A4A6-11293A1C2679}"/>
              </a:ext>
            </a:extLst>
          </p:cNvPr>
          <p:cNvGrpSpPr/>
          <p:nvPr/>
        </p:nvGrpSpPr>
        <p:grpSpPr>
          <a:xfrm>
            <a:off x="1305967" y="1167917"/>
            <a:ext cx="9464702" cy="5236593"/>
            <a:chOff x="1305967" y="1167917"/>
            <a:chExt cx="9464702" cy="5236593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28E709B-C576-49E4-99BB-468DB6100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5967" y="1167917"/>
              <a:ext cx="9464702" cy="5236593"/>
            </a:xfrm>
            <a:prstGeom prst="rect">
              <a:avLst/>
            </a:prstGeom>
          </p:spPr>
        </p:pic>
        <p:sp>
          <p:nvSpPr>
            <p:cNvPr id="13" name="星形: 五角 12">
              <a:extLst>
                <a:ext uri="{FF2B5EF4-FFF2-40B4-BE49-F238E27FC236}">
                  <a16:creationId xmlns:a16="http://schemas.microsoft.com/office/drawing/2014/main" id="{8D41FA32-51A7-4EB2-AFFA-3141CFD6F312}"/>
                </a:ext>
              </a:extLst>
            </p:cNvPr>
            <p:cNvSpPr/>
            <p:nvPr/>
          </p:nvSpPr>
          <p:spPr>
            <a:xfrm>
              <a:off x="6905687" y="3345929"/>
              <a:ext cx="467265" cy="475301"/>
            </a:xfrm>
            <a:prstGeom prst="star5">
              <a:avLst>
                <a:gd name="adj" fmla="val 2391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B8F0AA8-5D6E-43A5-8C91-B0EC152804A5}"/>
                </a:ext>
              </a:extLst>
            </p:cNvPr>
            <p:cNvSpPr txBox="1"/>
            <p:nvPr/>
          </p:nvSpPr>
          <p:spPr>
            <a:xfrm rot="20811573">
              <a:off x="6226387" y="4879493"/>
              <a:ext cx="1935836" cy="3693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水管路三段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(24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2AB7D88-45D8-47AF-916F-E542394F3090}"/>
                </a:ext>
              </a:extLst>
            </p:cNvPr>
            <p:cNvSpPr txBox="1"/>
            <p:nvPr/>
          </p:nvSpPr>
          <p:spPr>
            <a:xfrm rot="2071867">
              <a:off x="2820648" y="2512208"/>
              <a:ext cx="470079" cy="175432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義大二路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24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00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6BE9470-3DE8-4A01-9C55-93B9056FF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628" y="1135384"/>
            <a:ext cx="9612167" cy="528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0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8927761-0C7B-49F5-B5C8-A89E95D2A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27" y="1665854"/>
            <a:ext cx="5219227" cy="38821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A9962C0-7444-4E51-B7EA-B6EDBDCAD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340" y="1668616"/>
            <a:ext cx="5730381" cy="387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95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631695" y="2395358"/>
            <a:ext cx="709463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合法</a:t>
            </a:r>
            <a:r>
              <a:rPr lang="en-US" altLang="zh-TW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C2</a:t>
            </a: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廠房</a:t>
            </a:r>
            <a:r>
              <a:rPr lang="en-US" altLang="zh-TW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+G2</a:t>
            </a: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辦公室 </a:t>
            </a:r>
            <a:r>
              <a:rPr lang="el-GR" altLang="zh-TW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ￜ</a:t>
            </a: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廠辦合一</a:t>
            </a:r>
            <a:endParaRPr lang="en-US" altLang="zh-TW" sz="2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最快民國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119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       完工；與        交會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廠辦產品稀少；全新立即規劃進駐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適合科技供應鏈、低污染產業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近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『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仁武產業園區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』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與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『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台積電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』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，產業聚落完善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589680" y="2261508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03681" y="2565772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D01A1-7AFC-4711-AE47-386F54FD605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2292E612-01D1-45F4-AB43-9A941F3E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90BABE7C-8E87-4B4E-821F-5D343EA6C56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6" name="文字方塊 48">
            <a:extLst>
              <a:ext uri="{FF2B5EF4-FFF2-40B4-BE49-F238E27FC236}">
                <a16:creationId xmlns:a16="http://schemas.microsoft.com/office/drawing/2014/main" id="{60028E4E-AF57-4DBE-B1D6-5DBEB84B6F4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48316BEC-F3E1-466C-916D-0146D867E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383" y="3066696"/>
            <a:ext cx="453846" cy="438060"/>
          </a:xfrm>
          <a:prstGeom prst="rect">
            <a:avLst/>
          </a:prstGeom>
        </p:spPr>
      </p:pic>
      <p:pic>
        <p:nvPicPr>
          <p:cNvPr id="1026" name="Picture 2" descr="中华民国国道- Internetpedia wiki">
            <a:extLst>
              <a:ext uri="{FF2B5EF4-FFF2-40B4-BE49-F238E27FC236}">
                <a16:creationId xmlns:a16="http://schemas.microsoft.com/office/drawing/2014/main" id="{055C039F-096F-4B03-A439-B102B34E9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051" y="3032192"/>
            <a:ext cx="513266" cy="51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6BB11338-F8FE-4ACF-80EC-C1C4903DA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39" y="3011987"/>
            <a:ext cx="3898030" cy="263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5212</TotalTime>
  <Words>555</Words>
  <Application>Microsoft Office PowerPoint</Application>
  <PresentationFormat>寬螢幕</PresentationFormat>
  <Paragraphs>79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526</cp:revision>
  <cp:lastPrinted>2026-08-25T11:58:21Z</cp:lastPrinted>
  <dcterms:created xsi:type="dcterms:W3CDTF">2021-08-28T02:07:24Z</dcterms:created>
  <dcterms:modified xsi:type="dcterms:W3CDTF">2026-08-25T11:58:36Z</dcterms:modified>
</cp:coreProperties>
</file>