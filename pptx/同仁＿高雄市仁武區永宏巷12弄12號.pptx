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45" r:id="rId2"/>
    <p:sldId id="278" r:id="rId3"/>
    <p:sldId id="346" r:id="rId4"/>
    <p:sldId id="348" r:id="rId5"/>
    <p:sldId id="347" r:id="rId6"/>
    <p:sldId id="342" r:id="rId7"/>
    <p:sldId id="337" r:id="rId8"/>
    <p:sldId id="269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56D"/>
    <a:srgbClr val="1C4E6E"/>
    <a:srgbClr val="A2B7CE"/>
    <a:srgbClr val="325C82"/>
    <a:srgbClr val="7A0000"/>
    <a:srgbClr val="FFFF00"/>
    <a:srgbClr val="ECECEC"/>
    <a:srgbClr val="789CA4"/>
    <a:srgbClr val="4E668E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淺色樣式 2 - 輔色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15" autoAdjust="0"/>
    <p:restoredTop sz="94716"/>
  </p:normalViewPr>
  <p:slideViewPr>
    <p:cSldViewPr snapToGrid="0">
      <p:cViewPr varScale="1">
        <p:scale>
          <a:sx n="103" d="100"/>
          <a:sy n="103" d="100"/>
        </p:scale>
        <p:origin x="11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3081E-070E-498F-8628-71D75274AD45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2026/8/13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4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1796E6B-627E-1AF7-5D97-7C0296FE53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17" r="9817"/>
          <a:stretch/>
        </p:blipFill>
        <p:spPr>
          <a:xfrm>
            <a:off x="6167418" y="586545"/>
            <a:ext cx="5991225" cy="5591161"/>
          </a:xfrm>
          <a:prstGeom prst="rect">
            <a:avLst/>
          </a:prstGeom>
        </p:spPr>
      </p:pic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仁武區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A65B76E-D22C-FA82-3374-4D500ADD6CBA}"/>
              </a:ext>
            </a:extLst>
          </p:cNvPr>
          <p:cNvSpPr txBox="1"/>
          <p:nvPr/>
        </p:nvSpPr>
        <p:spPr>
          <a:xfrm>
            <a:off x="2258696" y="2333769"/>
            <a:ext cx="265669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工業廠房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437821" y="3114108"/>
            <a:ext cx="41065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小坪數好用廠房出售</a:t>
            </a:r>
            <a:endParaRPr lang="en-US" altLang="zh-TW" sz="30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8170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AE843B9-0341-C509-70D4-E3B981E7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156" b="6405"/>
          <a:stretch>
            <a:fillRect/>
          </a:stretch>
        </p:blipFill>
        <p:spPr>
          <a:xfrm>
            <a:off x="6636440" y="904875"/>
            <a:ext cx="5510055" cy="588645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3BB0C1D-7E9D-4862-A24F-3230B8B25C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7848" y="1177948"/>
            <a:ext cx="4276720" cy="3207540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69E5AF-8308-01E6-099D-4138CB2A0765}"/>
              </a:ext>
            </a:extLst>
          </p:cNvPr>
          <p:cNvSpPr/>
          <p:nvPr/>
        </p:nvSpPr>
        <p:spPr>
          <a:xfrm>
            <a:off x="5138307" y="3637065"/>
            <a:ext cx="168647" cy="168647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1" y="4409571"/>
            <a:ext cx="4594824" cy="183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165.3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建物面積：約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98.6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使用分區：工業區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5,300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32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備註：基地含道路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18.26 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640D6574-0C56-1B22-F877-6C0FAB47B90B}"/>
              </a:ext>
            </a:extLst>
          </p:cNvPr>
          <p:cNvSpPr/>
          <p:nvPr/>
        </p:nvSpPr>
        <p:spPr>
          <a:xfrm flipV="1">
            <a:off x="5306231" y="3978775"/>
            <a:ext cx="3994791" cy="102846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5306231" y="3552111"/>
            <a:ext cx="23505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仁武區永宏巷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14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號</a:t>
            </a: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908A-C89C-DB7E-54D3-434EE1C5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字方塊 27">
            <a:extLst>
              <a:ext uri="{FF2B5EF4-FFF2-40B4-BE49-F238E27FC236}">
                <a16:creationId xmlns:a16="http://schemas.microsoft.com/office/drawing/2014/main" id="{9F8FB3DE-3B53-1414-F31A-3B2B9531AC84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1D6F139-E3D4-389F-1B6F-6D3A65538ED3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7A832F68-BF6F-56A4-D46B-EB1257AE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1FD3FFCE-ECB0-B41E-B72A-8EF666E4B69B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861E55BF-3B95-CC89-43C5-189773DBFD9E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E20218A-52B4-E282-17BB-777562D185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026" t="749" r="477" b="12404"/>
          <a:stretch>
            <a:fillRect/>
          </a:stretch>
        </p:blipFill>
        <p:spPr>
          <a:xfrm>
            <a:off x="1426079" y="1070863"/>
            <a:ext cx="9339842" cy="570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40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908A-C89C-DB7E-54D3-434EE1C55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字方塊 27">
            <a:extLst>
              <a:ext uri="{FF2B5EF4-FFF2-40B4-BE49-F238E27FC236}">
                <a16:creationId xmlns:a16="http://schemas.microsoft.com/office/drawing/2014/main" id="{9F8FB3DE-3B53-1414-F31A-3B2B9531AC84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71D6F139-E3D4-389F-1B6F-6D3A65538ED3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7A832F68-BF6F-56A4-D46B-EB1257AE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1FD3FFCE-ECB0-B41E-B72A-8EF666E4B69B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861E55BF-3B95-CC89-43C5-189773DBFD9E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E20218A-52B4-E282-17BB-777562D185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31" b="6731"/>
          <a:stretch/>
        </p:blipFill>
        <p:spPr>
          <a:xfrm>
            <a:off x="1426079" y="1070863"/>
            <a:ext cx="9339842" cy="570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105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A3C8E-66C9-BF54-3837-D86506404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字方塊 27">
            <a:extLst>
              <a:ext uri="{FF2B5EF4-FFF2-40B4-BE49-F238E27FC236}">
                <a16:creationId xmlns:a16="http://schemas.microsoft.com/office/drawing/2014/main" id="{F37B21F9-6132-8F19-FBA8-E579ECB01383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45A7281-A5E4-3D32-E735-C7004BF4DA00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55A5A23-2108-8EA5-A1A4-62EB8F395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6FA5791D-E73F-7529-740A-F0C6403D6474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F429DFFA-B01B-1884-80EF-736A77C2622E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C265147-90B7-6F15-60B7-04345B5007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036" r="-1590" b="-1496"/>
          <a:stretch>
            <a:fillRect/>
          </a:stretch>
        </p:blipFill>
        <p:spPr>
          <a:xfrm>
            <a:off x="-141804" y="1262972"/>
            <a:ext cx="12475607" cy="55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9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9163434-189C-4268-F6E8-02B803889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09" y="1071979"/>
            <a:ext cx="11719380" cy="5655065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275961A-6213-6A0D-9905-04614FED8F38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12F8076-5C66-AB61-D44B-26FD0578F916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13217EEA-FD4B-46E1-C8B1-95070758C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0AC816D-85DD-ACE0-36C9-3D6E67500265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4E0C9415-13AF-AD97-7F5F-891A74E7A6A4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8BC63F7-C60B-EF5C-432A-60576FA660EB}"/>
              </a:ext>
            </a:extLst>
          </p:cNvPr>
          <p:cNvSpPr/>
          <p:nvPr/>
        </p:nvSpPr>
        <p:spPr>
          <a:xfrm>
            <a:off x="4990322" y="3675678"/>
            <a:ext cx="962281" cy="369331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D4D42CD6-507D-FF8A-89B6-647B9B3D3B87}"/>
              </a:ext>
            </a:extLst>
          </p:cNvPr>
          <p:cNvSpPr txBox="1"/>
          <p:nvPr/>
        </p:nvSpPr>
        <p:spPr>
          <a:xfrm>
            <a:off x="3977214" y="3899511"/>
            <a:ext cx="409575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國道一號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AC6D786-8D0B-E973-6E9B-696E0249B76E}"/>
              </a:ext>
            </a:extLst>
          </p:cNvPr>
          <p:cNvSpPr txBox="1"/>
          <p:nvPr/>
        </p:nvSpPr>
        <p:spPr>
          <a:xfrm>
            <a:off x="4233969" y="6248598"/>
            <a:ext cx="171863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0000"/>
                </a:solidFill>
                <a:effectLst>
                  <a:glow rad="139700">
                    <a:schemeClr val="bg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仁武工業區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8F45010-56DE-DC0A-03E5-BE6594CCEA53}"/>
              </a:ext>
            </a:extLst>
          </p:cNvPr>
          <p:cNvSpPr txBox="1"/>
          <p:nvPr/>
        </p:nvSpPr>
        <p:spPr>
          <a:xfrm>
            <a:off x="4439467" y="5383246"/>
            <a:ext cx="798465" cy="307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sz="1400" dirty="0"/>
              <a:t>水管路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230B64B-6027-A9F9-BD55-516EB4C112F8}"/>
              </a:ext>
            </a:extLst>
          </p:cNvPr>
          <p:cNvSpPr txBox="1"/>
          <p:nvPr/>
        </p:nvSpPr>
        <p:spPr>
          <a:xfrm>
            <a:off x="4612145" y="2119375"/>
            <a:ext cx="1718634" cy="40011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FF0000"/>
                </a:solidFill>
                <a:effectLst>
                  <a:glow rad="139700">
                    <a:schemeClr val="bg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</a:rPr>
              <a:t>仁大工業區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8B6E682-110D-7D33-68E4-6E06FB48CA1D}"/>
              </a:ext>
            </a:extLst>
          </p:cNvPr>
          <p:cNvSpPr txBox="1"/>
          <p:nvPr/>
        </p:nvSpPr>
        <p:spPr>
          <a:xfrm>
            <a:off x="7718119" y="3075513"/>
            <a:ext cx="409575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國道十號</a:t>
            </a:r>
          </a:p>
        </p:txBody>
      </p:sp>
    </p:spTree>
    <p:extLst>
      <p:ext uri="{BB962C8B-B14F-4D97-AF65-F5344CB8AC3E}">
        <p14:creationId xmlns:p14="http://schemas.microsoft.com/office/powerpoint/2010/main" val="583331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511008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現況拍攝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87135B-B3E7-E7F7-FCD3-596A396DEB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7371" y="1185568"/>
            <a:ext cx="6889117" cy="5166837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C5F335D-9DBD-2BB7-EBF6-4AD45DA5E6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982287" y="1184821"/>
            <a:ext cx="3358105" cy="25185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EC11071-79A5-6111-D0F2-886AAC74D92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82285" y="3834573"/>
            <a:ext cx="3358107" cy="2518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09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785820" y="1894135"/>
            <a:ext cx="6552338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位於仁武工業區，交通系統完善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TW" altLang="en-US" sz="3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無住家，加工不怕吵</a:t>
            </a: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640482" y="265097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FA39C95-FE71-6EE0-C6CC-69867488B3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17" r="9817"/>
          <a:stretch/>
        </p:blipFill>
        <p:spPr>
          <a:xfrm>
            <a:off x="640482" y="3541363"/>
            <a:ext cx="3320199" cy="3098493"/>
          </a:xfrm>
          <a:prstGeom prst="rect">
            <a:avLst/>
          </a:prstGeom>
        </p:spPr>
      </p:pic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54483" y="2955241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3788</TotalTime>
  <Words>185</Words>
  <Application>Microsoft Macintosh PowerPoint</Application>
  <PresentationFormat>寬螢幕</PresentationFormat>
  <Paragraphs>35</Paragraphs>
  <Slides>8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微軟正黑體</vt:lpstr>
      <vt:lpstr>Microsoft YaHei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Microsoft Office User</cp:lastModifiedBy>
  <cp:revision>244</cp:revision>
  <dcterms:created xsi:type="dcterms:W3CDTF">2021-08-28T02:07:24Z</dcterms:created>
  <dcterms:modified xsi:type="dcterms:W3CDTF">2026-08-13T05:31:04Z</dcterms:modified>
</cp:coreProperties>
</file>