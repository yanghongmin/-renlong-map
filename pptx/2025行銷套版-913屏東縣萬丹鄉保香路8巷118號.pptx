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45" r:id="rId2"/>
    <p:sldId id="278" r:id="rId3"/>
    <p:sldId id="342" r:id="rId4"/>
    <p:sldId id="337" r:id="rId5"/>
    <p:sldId id="269" r:id="rId6"/>
    <p:sldId id="273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56D"/>
    <a:srgbClr val="1C4E6E"/>
    <a:srgbClr val="A2B7CE"/>
    <a:srgbClr val="325C82"/>
    <a:srgbClr val="7A0000"/>
    <a:srgbClr val="FFFF00"/>
    <a:srgbClr val="ECECEC"/>
    <a:srgbClr val="789CA4"/>
    <a:srgbClr val="4E668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6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81E-070E-498F-8628-71D75274AD45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796E6B-627E-1AF7-5D97-7C0296FE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4" r="9794"/>
          <a:stretch/>
        </p:blipFill>
        <p:spPr>
          <a:xfrm>
            <a:off x="7028920" y="1192716"/>
            <a:ext cx="5163080" cy="4818315"/>
          </a:xfrm>
          <a:prstGeom prst="rect">
            <a:avLst/>
          </a:prstGeom>
        </p:spPr>
      </p:pic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萬丹鄉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6" y="2333769"/>
            <a:ext cx="26566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底總價廠房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小坪數好用廠房出售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273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楊紘珉 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0905-858-141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BB0C1D-7E9D-4862-A24F-3230B8B25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6921" y="1583976"/>
            <a:ext cx="3404367" cy="2554716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E843B9-0341-C509-70D4-E3B981E73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03627" y="75489"/>
            <a:ext cx="4707621" cy="6666599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5138307" y="2607733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1" y="4409571"/>
            <a:ext cx="443865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使用分區：農業區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1,177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備註：帶租約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(3.2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5322046" y="2792754"/>
            <a:ext cx="4657209" cy="68580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26B1BB5-EC61-E537-2B8D-965B0B4DE800}"/>
              </a:ext>
            </a:extLst>
          </p:cNvPr>
          <p:cNvSpPr txBox="1"/>
          <p:nvPr/>
        </p:nvSpPr>
        <p:spPr>
          <a:xfrm>
            <a:off x="8791257" y="3252549"/>
            <a:ext cx="724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面寬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40M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17B8A99-D1F3-3D8B-7232-FB01EBA528D3}"/>
              </a:ext>
            </a:extLst>
          </p:cNvPr>
          <p:cNvSpPr txBox="1"/>
          <p:nvPr/>
        </p:nvSpPr>
        <p:spPr>
          <a:xfrm>
            <a:off x="9398804" y="3675458"/>
            <a:ext cx="724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</a:t>
            </a:r>
            <a:r>
              <a:rPr lang="en-US" altLang="zh-TW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80M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300122" y="2315345"/>
            <a:ext cx="235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屏東縣萬丹鄉寶厝村保香路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巷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118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1E05566-C301-D529-FC06-B654AC080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1111603"/>
            <a:ext cx="10848975" cy="533591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75961A-6213-6A0D-9905-04614FED8F38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12F8076-5C66-AB61-D44B-26FD0578F916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13217EEA-FD4B-46E1-C8B1-95070758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AC816D-85DD-ACE0-36C9-3D6E67500265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4E0C9415-13AF-AD97-7F5F-891A74E7A6A4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8BC63F7-C60B-EF5C-432A-60576FA660EB}"/>
              </a:ext>
            </a:extLst>
          </p:cNvPr>
          <p:cNvSpPr/>
          <p:nvPr/>
        </p:nvSpPr>
        <p:spPr>
          <a:xfrm>
            <a:off x="9524222" y="3345515"/>
            <a:ext cx="962281" cy="3693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7A1E4BE2-14AD-E940-D3D5-05261FF1E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6813" y="3821429"/>
            <a:ext cx="537100" cy="940155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D4D42CD6-507D-FF8A-89B6-647B9B3D3B87}"/>
              </a:ext>
            </a:extLst>
          </p:cNvPr>
          <p:cNvSpPr txBox="1"/>
          <p:nvPr/>
        </p:nvSpPr>
        <p:spPr>
          <a:xfrm>
            <a:off x="8323887" y="5764092"/>
            <a:ext cx="141292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88</a:t>
            </a:r>
            <a:r>
              <a:rPr lang="zh-TW" altLang="en-US" dirty="0"/>
              <a:t>交流道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AC6D786-8D0B-E973-6E9B-696E0249B76E}"/>
              </a:ext>
            </a:extLst>
          </p:cNvPr>
          <p:cNvSpPr txBox="1"/>
          <p:nvPr/>
        </p:nvSpPr>
        <p:spPr>
          <a:xfrm>
            <a:off x="1474622" y="2792422"/>
            <a:ext cx="171863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大發產業園區</a:t>
            </a:r>
          </a:p>
        </p:txBody>
      </p:sp>
    </p:spTree>
    <p:extLst>
      <p:ext uri="{BB962C8B-B14F-4D97-AF65-F5344CB8AC3E}">
        <p14:creationId xmlns:p14="http://schemas.microsoft.com/office/powerpoint/2010/main" val="5833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7135B-B3E7-E7F7-FCD3-596A396DE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71" y="1184111"/>
            <a:ext cx="6889117" cy="516975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5F335D-9DBD-2BB7-EBF6-4AD45DA5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287" y="1184111"/>
            <a:ext cx="3358105" cy="252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C11071-79A5-6111-D0F2-886AAC74D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285" y="3833863"/>
            <a:ext cx="3358107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0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785820" y="1894135"/>
            <a:ext cx="65523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萬丹交流道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分鐘，交通系統完善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面寬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米，有腹地好停車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無住家，加工不怕吵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640482" y="265097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FA39C95-FE71-6EE0-C6CC-69867488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4" r="9794"/>
          <a:stretch/>
        </p:blipFill>
        <p:spPr>
          <a:xfrm>
            <a:off x="546951" y="3586965"/>
            <a:ext cx="2407532" cy="2246769"/>
          </a:xfrm>
          <a:prstGeom prst="rect">
            <a:avLst/>
          </a:prstGeom>
        </p:spPr>
      </p:pic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54483" y="2955241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內容版面配置區 3">
            <a:extLst>
              <a:ext uri="{FF2B5EF4-FFF2-40B4-BE49-F238E27FC236}">
                <a16:creationId xmlns:a16="http://schemas.microsoft.com/office/drawing/2014/main" id="{058F89F4-2ABF-40B6-8837-7E56D249F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b="37879"/>
          <a:stretch/>
        </p:blipFill>
        <p:spPr>
          <a:xfrm>
            <a:off x="-563542" y="-77262"/>
            <a:ext cx="14361874" cy="62970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27BE4A5-B67B-4B6B-A82F-B2D92277346A}"/>
              </a:ext>
            </a:extLst>
          </p:cNvPr>
          <p:cNvSpPr/>
          <p:nvPr/>
        </p:nvSpPr>
        <p:spPr>
          <a:xfrm>
            <a:off x="-8391" y="-150920"/>
            <a:ext cx="12200391" cy="6399893"/>
          </a:xfrm>
          <a:prstGeom prst="rect">
            <a:avLst/>
          </a:prstGeom>
          <a:solidFill>
            <a:srgbClr val="789CA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1C2975-0133-45FF-8239-DB02F0A92185}"/>
              </a:ext>
            </a:extLst>
          </p:cNvPr>
          <p:cNvSpPr/>
          <p:nvPr/>
        </p:nvSpPr>
        <p:spPr>
          <a:xfrm>
            <a:off x="4968746" y="1929433"/>
            <a:ext cx="6968084" cy="581541"/>
          </a:xfrm>
          <a:prstGeom prst="rect">
            <a:avLst/>
          </a:prstGeom>
          <a:solidFill>
            <a:srgbClr val="19377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261460-CE74-4F7F-8CBB-82059F9D0E84}"/>
              </a:ext>
            </a:extLst>
          </p:cNvPr>
          <p:cNvSpPr/>
          <p:nvPr/>
        </p:nvSpPr>
        <p:spPr>
          <a:xfrm>
            <a:off x="5016439" y="3215065"/>
            <a:ext cx="4230424" cy="5815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D143DD-BDE4-43F6-9729-AE0C1331C7DA}"/>
              </a:ext>
            </a:extLst>
          </p:cNvPr>
          <p:cNvSpPr/>
          <p:nvPr/>
        </p:nvSpPr>
        <p:spPr>
          <a:xfrm>
            <a:off x="0" y="6237171"/>
            <a:ext cx="12192000" cy="620829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4" name="圖片 6" descr="一張含有 螢幕擷取畫面 的圖片&#10;&#10;自動產生的描述">
            <a:extLst>
              <a:ext uri="{FF2B5EF4-FFF2-40B4-BE49-F238E27FC236}">
                <a16:creationId xmlns:a16="http://schemas.microsoft.com/office/drawing/2014/main" id="{5C150060-A582-44F5-9759-7799F2559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399" t="4326" r="1701" b="77562"/>
          <a:stretch/>
        </p:blipFill>
        <p:spPr bwMode="auto">
          <a:xfrm>
            <a:off x="507967" y="6285814"/>
            <a:ext cx="418966" cy="53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811C128-3601-489B-9FA1-7F16DB2C2CF7}"/>
              </a:ext>
            </a:extLst>
          </p:cNvPr>
          <p:cNvSpPr txBox="1"/>
          <p:nvPr/>
        </p:nvSpPr>
        <p:spPr>
          <a:xfrm>
            <a:off x="1161325" y="6405661"/>
            <a:ext cx="1091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富住通商用不動產仲介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LIFE COMMERCIAL REAL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ESTATE SERVICE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B7D7D9C-8EC4-4EBE-A2BE-4122FE714674}"/>
              </a:ext>
            </a:extLst>
          </p:cNvPr>
          <p:cNvSpPr/>
          <p:nvPr/>
        </p:nvSpPr>
        <p:spPr>
          <a:xfrm>
            <a:off x="829946" y="1705685"/>
            <a:ext cx="3152074" cy="3152071"/>
          </a:xfrm>
          <a:prstGeom prst="ellipse">
            <a:avLst/>
          </a:prstGeom>
          <a:solidFill>
            <a:schemeClr val="bg1">
              <a:alpha val="70000"/>
            </a:schemeClr>
          </a:soli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57CACBD-C327-4ADF-B60B-EA7033EB4C7E}"/>
              </a:ext>
            </a:extLst>
          </p:cNvPr>
          <p:cNvSpPr/>
          <p:nvPr/>
        </p:nvSpPr>
        <p:spPr>
          <a:xfrm>
            <a:off x="290771" y="1166509"/>
            <a:ext cx="4230424" cy="4230424"/>
          </a:xfrm>
          <a:prstGeom prst="ellipse">
            <a:avLst/>
          </a:prstGeom>
          <a:noFill/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AC39006-70C3-4474-A1AA-1230299D4190}"/>
              </a:ext>
            </a:extLst>
          </p:cNvPr>
          <p:cNvSpPr txBox="1"/>
          <p:nvPr/>
        </p:nvSpPr>
        <p:spPr>
          <a:xfrm>
            <a:off x="4918821" y="2671157"/>
            <a:ext cx="360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南臺灣最專業工業不動產團隊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2BC883C-94F9-4FA3-9693-0EA60A22BAF4}"/>
              </a:ext>
            </a:extLst>
          </p:cNvPr>
          <p:cNvSpPr txBox="1"/>
          <p:nvPr/>
        </p:nvSpPr>
        <p:spPr>
          <a:xfrm>
            <a:off x="5216978" y="1946337"/>
            <a:ext cx="6622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富住通商用不動產  </a:t>
            </a:r>
            <a:r>
              <a:rPr lang="en-US" altLang="zh-TW" sz="24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TW" sz="28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TW" altLang="en-US" sz="28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高雄市經濟發展局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E3B1303-21D4-4071-A818-109DE093A426}"/>
              </a:ext>
            </a:extLst>
          </p:cNvPr>
          <p:cNvSpPr txBox="1"/>
          <p:nvPr/>
        </p:nvSpPr>
        <p:spPr>
          <a:xfrm>
            <a:off x="8001387" y="1323168"/>
            <a:ext cx="10532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CFAD24-0A74-4526-AADC-D8E7391E099B}"/>
              </a:ext>
            </a:extLst>
          </p:cNvPr>
          <p:cNvSpPr/>
          <p:nvPr/>
        </p:nvSpPr>
        <p:spPr>
          <a:xfrm>
            <a:off x="5030315" y="3234493"/>
            <a:ext cx="133882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楊紘珉</a:t>
            </a:r>
            <a:endParaRPr lang="en-US" altLang="zh-TW" sz="2400" b="1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FB0115C-D2B3-4702-B48D-64F5607FC6D3}"/>
              </a:ext>
            </a:extLst>
          </p:cNvPr>
          <p:cNvSpPr txBox="1"/>
          <p:nvPr/>
        </p:nvSpPr>
        <p:spPr>
          <a:xfrm>
            <a:off x="5030315" y="3941607"/>
            <a:ext cx="36092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專營 </a:t>
            </a:r>
            <a:r>
              <a:rPr lang="en-US" altLang="zh-TW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TW" altLang="en-US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高 雄 工 業 區</a:t>
            </a:r>
            <a:br>
              <a:rPr lang="en-US" altLang="zh-TW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TW" altLang="en-US" sz="2000" b="1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高雄產業園區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20D80A-0EBF-48FE-93D9-32333464699B}"/>
              </a:ext>
            </a:extLst>
          </p:cNvPr>
          <p:cNvSpPr/>
          <p:nvPr/>
        </p:nvSpPr>
        <p:spPr>
          <a:xfrm>
            <a:off x="6369143" y="3227955"/>
            <a:ext cx="278473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0905</a:t>
            </a:r>
            <a:r>
              <a:rPr lang="zh-TW" altLang="en-US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858</a:t>
            </a:r>
            <a:r>
              <a:rPr lang="zh-TW" altLang="en-US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TW" sz="3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141</a:t>
            </a:r>
            <a:endParaRPr lang="en-US" altLang="zh-TW" sz="2400" b="1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369D57-6B45-4B23-8A02-FE7CC063ED1F}"/>
              </a:ext>
            </a:extLst>
          </p:cNvPr>
          <p:cNvSpPr/>
          <p:nvPr/>
        </p:nvSpPr>
        <p:spPr>
          <a:xfrm>
            <a:off x="5001256" y="3820269"/>
            <a:ext cx="3385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rgbClr val="FFE6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endParaRPr lang="en-US" altLang="zh-TW" sz="1600" b="1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C46C988-59F9-3E6A-7B6C-3D68EF733C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98" b="4249"/>
          <a:stretch>
            <a:fillRect/>
          </a:stretch>
        </p:blipFill>
        <p:spPr>
          <a:xfrm>
            <a:off x="993925" y="1664310"/>
            <a:ext cx="282411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1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3727</TotalTime>
  <Words>227</Words>
  <Application>Microsoft Office PowerPoint</Application>
  <PresentationFormat>寬螢幕</PresentationFormat>
  <Paragraphs>38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s w</cp:lastModifiedBy>
  <cp:revision>239</cp:revision>
  <dcterms:created xsi:type="dcterms:W3CDTF">2021-08-28T02:07:24Z</dcterms:created>
  <dcterms:modified xsi:type="dcterms:W3CDTF">2026-03-23T03:17:44Z</dcterms:modified>
</cp:coreProperties>
</file>