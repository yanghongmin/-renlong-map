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45" r:id="rId2"/>
    <p:sldId id="278" r:id="rId3"/>
    <p:sldId id="331" r:id="rId4"/>
    <p:sldId id="429" r:id="rId5"/>
    <p:sldId id="341" r:id="rId6"/>
    <p:sldId id="430" r:id="rId7"/>
    <p:sldId id="349" r:id="rId8"/>
    <p:sldId id="424" r:id="rId9"/>
    <p:sldId id="428" r:id="rId10"/>
    <p:sldId id="427" r:id="rId11"/>
    <p:sldId id="426" r:id="rId12"/>
    <p:sldId id="425" r:id="rId13"/>
    <p:sldId id="269" r:id="rId14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16356D"/>
    <a:srgbClr val="1C4E6E"/>
    <a:srgbClr val="A2B7CE"/>
    <a:srgbClr val="325C82"/>
    <a:srgbClr val="7A0000"/>
    <a:srgbClr val="FFFF00"/>
    <a:srgbClr val="ECECEC"/>
    <a:srgbClr val="789CA4"/>
    <a:srgbClr val="4E6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2026/5/30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永安區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65B76E-D22C-FA82-3374-4D500ADD6CBA}"/>
              </a:ext>
            </a:extLst>
          </p:cNvPr>
          <p:cNvSpPr txBox="1"/>
          <p:nvPr/>
        </p:nvSpPr>
        <p:spPr>
          <a:xfrm>
            <a:off x="2258696" y="2333769"/>
            <a:ext cx="41065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永安產業園區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0" y="3114108"/>
            <a:ext cx="55388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稀有釋出</a:t>
            </a:r>
            <a:r>
              <a:rPr lang="en-US" altLang="zh-TW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3262</a:t>
            </a: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坪丁建廠房</a:t>
            </a:r>
            <a:r>
              <a:rPr lang="en-US" altLang="zh-TW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TW" altLang="en-US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租售</a:t>
            </a:r>
            <a:r>
              <a:rPr lang="en-US" altLang="zh-TW" sz="16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1" y="5307813"/>
            <a:ext cx="4280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3262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16356D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  115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坪；</a:t>
            </a:r>
            <a:r>
              <a:rPr lang="zh-TW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另未保存登記約</a:t>
            </a:r>
            <a:r>
              <a:rPr lang="en-US" altLang="zh-TW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2450</a:t>
            </a:r>
            <a:r>
              <a:rPr lang="zh-TW" altLang="en-US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32FF-AC8E-4B96-85F0-C24167E51302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406AEFA4-80E8-4A4E-9278-C853A6679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331618C2-4ED8-4C03-A1BA-83816E3DF10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DBE91E92-3DC8-4F6C-B0C7-82797A42A39D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728B16D5-78A9-4E5B-8B60-CC9A1F8EFBB2}"/>
              </a:ext>
            </a:extLst>
          </p:cNvPr>
          <p:cNvGrpSpPr/>
          <p:nvPr/>
        </p:nvGrpSpPr>
        <p:grpSpPr>
          <a:xfrm>
            <a:off x="5562775" y="2489293"/>
            <a:ext cx="6466567" cy="3387863"/>
            <a:chOff x="5562775" y="2489293"/>
            <a:chExt cx="6466567" cy="338786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63853D2-1C13-41FB-B683-FAD9B7F19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62775" y="2489293"/>
              <a:ext cx="6466567" cy="3387863"/>
            </a:xfrm>
            <a:prstGeom prst="rect">
              <a:avLst/>
            </a:prstGeom>
          </p:spPr>
        </p:pic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4D63F761-CB7A-4934-B7D2-96EBA96C5646}"/>
                </a:ext>
              </a:extLst>
            </p:cNvPr>
            <p:cNvSpPr/>
            <p:nvPr/>
          </p:nvSpPr>
          <p:spPr>
            <a:xfrm>
              <a:off x="7835900" y="3187700"/>
              <a:ext cx="3790950" cy="2152650"/>
            </a:xfrm>
            <a:custGeom>
              <a:avLst/>
              <a:gdLst>
                <a:gd name="connsiteX0" fmla="*/ 19050 w 3790950"/>
                <a:gd name="connsiteY0" fmla="*/ 330200 h 2152650"/>
                <a:gd name="connsiteX1" fmla="*/ 1098550 w 3790950"/>
                <a:gd name="connsiteY1" fmla="*/ 1492250 h 2152650"/>
                <a:gd name="connsiteX2" fmla="*/ 698500 w 3790950"/>
                <a:gd name="connsiteY2" fmla="*/ 2152650 h 2152650"/>
                <a:gd name="connsiteX3" fmla="*/ 1511300 w 3790950"/>
                <a:gd name="connsiteY3" fmla="*/ 1905000 h 2152650"/>
                <a:gd name="connsiteX4" fmla="*/ 1657350 w 3790950"/>
                <a:gd name="connsiteY4" fmla="*/ 1479550 h 2152650"/>
                <a:gd name="connsiteX5" fmla="*/ 3790950 w 3790950"/>
                <a:gd name="connsiteY5" fmla="*/ 819150 h 2152650"/>
                <a:gd name="connsiteX6" fmla="*/ 2076450 w 3790950"/>
                <a:gd name="connsiteY6" fmla="*/ 0 h 2152650"/>
                <a:gd name="connsiteX7" fmla="*/ 0 w 3790950"/>
                <a:gd name="connsiteY7" fmla="*/ 279400 h 215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90950" h="2152650">
                  <a:moveTo>
                    <a:pt x="19050" y="330200"/>
                  </a:moveTo>
                  <a:lnTo>
                    <a:pt x="1098550" y="1492250"/>
                  </a:lnTo>
                  <a:lnTo>
                    <a:pt x="698500" y="2152650"/>
                  </a:lnTo>
                  <a:lnTo>
                    <a:pt x="1511300" y="1905000"/>
                  </a:lnTo>
                  <a:lnTo>
                    <a:pt x="1657350" y="1479550"/>
                  </a:lnTo>
                  <a:lnTo>
                    <a:pt x="3790950" y="819150"/>
                  </a:lnTo>
                  <a:lnTo>
                    <a:pt x="2076450" y="0"/>
                  </a:lnTo>
                  <a:lnTo>
                    <a:pt x="0" y="279400"/>
                  </a:lnTo>
                </a:path>
              </a:pathLst>
            </a:custGeom>
            <a:noFill/>
            <a:ln w="3175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1762566-F3B0-44D1-937E-ADB74B8C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225" y="82412"/>
            <a:ext cx="4643757" cy="6567893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392470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0" y="3850761"/>
            <a:ext cx="719098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3262.46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；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含既成巷道約</a:t>
            </a:r>
            <a:r>
              <a:rPr lang="en-US" altLang="zh-TW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200</a:t>
            </a:r>
            <a:r>
              <a:rPr lang="zh-TW" altLang="en-US" sz="16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endParaRPr lang="en-US" altLang="zh-TW" sz="1600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建物面積：約  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115.37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（依謄本登記為主）；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另未保存登記約</a:t>
            </a:r>
            <a:r>
              <a:rPr kumimoji="0" lang="en-US" altLang="zh-TW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2450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endParaRPr kumimoji="0" lang="en-US" altLang="zh-TW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使用分區：工業區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丁種建築用地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面寬深度：約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101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105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臨路：永工五路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(10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107660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萬（每地坪約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            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94610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(29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地坪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天車*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13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2370KW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、滴水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11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/14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米、亦可租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160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含稅</a:t>
            </a:r>
            <a:r>
              <a:rPr lang="en-US" altLang="zh-TW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)/</a:t>
            </a:r>
            <a:r>
              <a:rPr lang="zh-TW" altLang="en-US" sz="12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EAA183-AC0C-470C-A78F-3557C8A0001A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3" name="圖片 22" descr="一張含有 螢幕擷取畫面 的圖片&#10;&#10;自動產生的描述">
            <a:extLst>
              <a:ext uri="{FF2B5EF4-FFF2-40B4-BE49-F238E27FC236}">
                <a16:creationId xmlns:a16="http://schemas.microsoft.com/office/drawing/2014/main" id="{37A7658B-53EC-4115-B317-23783C5E1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48">
            <a:extLst>
              <a:ext uri="{FF2B5EF4-FFF2-40B4-BE49-F238E27FC236}">
                <a16:creationId xmlns:a16="http://schemas.microsoft.com/office/drawing/2014/main" id="{D48ED9B5-CFBA-438A-84D7-2A95FF34B384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5" name="文字方塊 48">
            <a:extLst>
              <a:ext uri="{FF2B5EF4-FFF2-40B4-BE49-F238E27FC236}">
                <a16:creationId xmlns:a16="http://schemas.microsoft.com/office/drawing/2014/main" id="{FB46AF16-BF46-4E3E-8DBD-79C7999D4B37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4389878" y="1823796"/>
            <a:ext cx="26620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■永安區永工五路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9.11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EEE5C70-E46E-4435-AF80-8793B742E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071" y="1120268"/>
            <a:ext cx="3841807" cy="2686377"/>
          </a:xfrm>
          <a:prstGeom prst="rect">
            <a:avLst/>
          </a:prstGeom>
        </p:spPr>
      </p:pic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8AD452C1-FED4-47E4-83B9-7F9724CC315D}"/>
              </a:ext>
            </a:extLst>
          </p:cNvPr>
          <p:cNvSpPr/>
          <p:nvPr/>
        </p:nvSpPr>
        <p:spPr>
          <a:xfrm>
            <a:off x="3942276" y="5770400"/>
            <a:ext cx="362310" cy="2249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E3BFF62C-A6D2-46E8-B225-198230D314C7}"/>
              </a:ext>
            </a:extLst>
          </p:cNvPr>
          <p:cNvCxnSpPr>
            <a:cxnSpLocks/>
          </p:cNvCxnSpPr>
          <p:nvPr/>
        </p:nvCxnSpPr>
        <p:spPr>
          <a:xfrm flipV="1">
            <a:off x="1263652" y="5737732"/>
            <a:ext cx="2445706" cy="306518"/>
          </a:xfrm>
          <a:prstGeom prst="line">
            <a:avLst/>
          </a:prstGeom>
          <a:ln w="31750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62516C7B-CFC7-4D9F-9FD0-01597398E758}"/>
              </a:ext>
            </a:extLst>
          </p:cNvPr>
          <p:cNvCxnSpPr>
            <a:cxnSpLocks/>
          </p:cNvCxnSpPr>
          <p:nvPr/>
        </p:nvCxnSpPr>
        <p:spPr>
          <a:xfrm>
            <a:off x="1253885" y="5760744"/>
            <a:ext cx="2481351" cy="291888"/>
          </a:xfrm>
          <a:prstGeom prst="line">
            <a:avLst/>
          </a:prstGeom>
          <a:ln w="31750">
            <a:solidFill>
              <a:srgbClr val="CC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EAD0A056-68BB-4656-A122-A02B9A708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582" y="1078509"/>
            <a:ext cx="8618217" cy="609096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52764" y="542197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測量成果圖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613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740A2F9A-2902-464E-AC2D-E9DFFD055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956" y="1100668"/>
            <a:ext cx="8570987" cy="605758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52764" y="542197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測量成果圖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00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31650B0-167E-47FA-AFCB-310D5F8CF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933" y="914400"/>
            <a:ext cx="9704665" cy="6858000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69274-C4ED-1CE3-23F8-E4D52DCB2852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9B8B485-3387-ABB4-EBC1-9966F170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BD8AE4-7876-222D-D989-1F1BF42AA798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3B453A-FE59-B8E4-9653-2445C1C34E0D}"/>
              </a:ext>
            </a:extLst>
          </p:cNvPr>
          <p:cNvSpPr txBox="1"/>
          <p:nvPr/>
        </p:nvSpPr>
        <p:spPr>
          <a:xfrm>
            <a:off x="1511007" y="538374"/>
            <a:ext cx="193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使用執照</a:t>
            </a: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1E87D742-C8EF-8455-238E-2A87C8308303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C8F6-43CE-4E4E-BC30-DB20AC90686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5" name="圖片 14" descr="一張含有 螢幕擷取畫面 的圖片&#10;&#10;自動產生的描述">
            <a:extLst>
              <a:ext uri="{FF2B5EF4-FFF2-40B4-BE49-F238E27FC236}">
                <a16:creationId xmlns:a16="http://schemas.microsoft.com/office/drawing/2014/main" id="{0957B0C0-40A5-42BF-A497-3B9B25D3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48">
            <a:extLst>
              <a:ext uri="{FF2B5EF4-FFF2-40B4-BE49-F238E27FC236}">
                <a16:creationId xmlns:a16="http://schemas.microsoft.com/office/drawing/2014/main" id="{CDD88D51-D96E-4333-95A4-F536F933708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86BB8D57-1AE7-4F5F-AD6F-0F72F4F4FC23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085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76314F7B-41B6-4DA6-91FD-03ED9A3DD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08" y="922867"/>
            <a:ext cx="9704665" cy="6858000"/>
          </a:xfrm>
          <a:prstGeom prst="rect">
            <a:avLst/>
          </a:prstGeom>
        </p:spPr>
      </p:pic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69274-C4ED-1CE3-23F8-E4D52DCB2852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9B8B485-3387-ABB4-EBC1-9966F170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2BD8AE4-7876-222D-D989-1F1BF42AA798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C3B453A-FE59-B8E4-9653-2445C1C34E0D}"/>
              </a:ext>
            </a:extLst>
          </p:cNvPr>
          <p:cNvSpPr txBox="1"/>
          <p:nvPr/>
        </p:nvSpPr>
        <p:spPr>
          <a:xfrm>
            <a:off x="1511007" y="538374"/>
            <a:ext cx="193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使用執照</a:t>
            </a:r>
          </a:p>
        </p:txBody>
      </p:sp>
      <p:sp>
        <p:nvSpPr>
          <p:cNvPr id="9" name="手繪多邊形: 圖案 8">
            <a:extLst>
              <a:ext uri="{FF2B5EF4-FFF2-40B4-BE49-F238E27FC236}">
                <a16:creationId xmlns:a16="http://schemas.microsoft.com/office/drawing/2014/main" id="{1E87D742-C8EF-8455-238E-2A87C8308303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51C8F6-43CE-4E4E-BC30-DB20AC90686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5" name="圖片 14" descr="一張含有 螢幕擷取畫面 的圖片&#10;&#10;自動產生的描述">
            <a:extLst>
              <a:ext uri="{FF2B5EF4-FFF2-40B4-BE49-F238E27FC236}">
                <a16:creationId xmlns:a16="http://schemas.microsoft.com/office/drawing/2014/main" id="{0957B0C0-40A5-42BF-A497-3B9B25D329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字方塊 48">
            <a:extLst>
              <a:ext uri="{FF2B5EF4-FFF2-40B4-BE49-F238E27FC236}">
                <a16:creationId xmlns:a16="http://schemas.microsoft.com/office/drawing/2014/main" id="{CDD88D51-D96E-4333-95A4-F536F933708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86BB8D57-1AE7-4F5F-AD6F-0F72F4F4FC23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9158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95BC32C1-21E9-4740-96BF-5EA23D07E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01166"/>
            <a:ext cx="12192000" cy="5376211"/>
          </a:xfrm>
          <a:prstGeom prst="rect">
            <a:avLst/>
          </a:prstGeom>
        </p:spPr>
      </p:pic>
      <p:sp>
        <p:nvSpPr>
          <p:cNvPr id="23" name="橢圓 22">
            <a:extLst>
              <a:ext uri="{FF2B5EF4-FFF2-40B4-BE49-F238E27FC236}">
                <a16:creationId xmlns:a16="http://schemas.microsoft.com/office/drawing/2014/main" id="{337A5D16-A410-44EC-B2A4-63C45A0D589E}"/>
              </a:ext>
            </a:extLst>
          </p:cNvPr>
          <p:cNvSpPr/>
          <p:nvPr/>
        </p:nvSpPr>
        <p:spPr>
          <a:xfrm>
            <a:off x="2907647" y="1282067"/>
            <a:ext cx="1276164" cy="581240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路竹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科學園區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4D778DC4-E049-4A52-8BC6-A8C9CAE62F97}"/>
              </a:ext>
            </a:extLst>
          </p:cNvPr>
          <p:cNvSpPr/>
          <p:nvPr/>
        </p:nvSpPr>
        <p:spPr>
          <a:xfrm>
            <a:off x="2361307" y="2533752"/>
            <a:ext cx="1276164" cy="576111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永安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產業園區</a:t>
            </a: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366D441E-AAFE-46A3-B169-A7A85CEF8B7F}"/>
              </a:ext>
            </a:extLst>
          </p:cNvPr>
          <p:cNvSpPr/>
          <p:nvPr/>
        </p:nvSpPr>
        <p:spPr>
          <a:xfrm>
            <a:off x="3802464" y="2646526"/>
            <a:ext cx="1276164" cy="576111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本州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產業園區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0AD21E-DB9D-484A-9A04-A1E046FFC9D1}"/>
              </a:ext>
            </a:extLst>
          </p:cNvPr>
          <p:cNvSpPr/>
          <p:nvPr/>
        </p:nvSpPr>
        <p:spPr>
          <a:xfrm>
            <a:off x="3273858" y="2915981"/>
            <a:ext cx="506323" cy="273225"/>
          </a:xfrm>
          <a:prstGeom prst="rect">
            <a:avLst/>
          </a:prstGeom>
          <a:solidFill>
            <a:srgbClr val="FF000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D5092C7-C827-4C0A-9644-B15599879D7C}"/>
              </a:ext>
            </a:extLst>
          </p:cNvPr>
          <p:cNvSpPr/>
          <p:nvPr/>
        </p:nvSpPr>
        <p:spPr>
          <a:xfrm>
            <a:off x="4998660" y="4959530"/>
            <a:ext cx="1276164" cy="576112"/>
          </a:xfrm>
          <a:prstGeom prst="ellipse">
            <a:avLst/>
          </a:pr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白埔產業園區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60254C4-EF11-4133-903B-7AE36F5DC5FC}"/>
              </a:ext>
            </a:extLst>
          </p:cNvPr>
          <p:cNvSpPr/>
          <p:nvPr/>
        </p:nvSpPr>
        <p:spPr>
          <a:xfrm>
            <a:off x="7425013" y="5324980"/>
            <a:ext cx="1276164" cy="581240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橋頭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科學園區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3648EEE-DE56-450C-A1A3-C14CC96790B4}"/>
              </a:ext>
            </a:extLst>
          </p:cNvPr>
          <p:cNvSpPr/>
          <p:nvPr/>
        </p:nvSpPr>
        <p:spPr>
          <a:xfrm>
            <a:off x="6638568" y="4124887"/>
            <a:ext cx="1539274" cy="581241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 algn="ctr">
              <a:defRPr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岡山交流道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A3F3419E-672B-4FAC-9E63-1A8066F78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421176"/>
            <a:ext cx="602390" cy="6023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63E26AD-B075-4AD3-8930-5E50798A3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902" y="3131913"/>
            <a:ext cx="455223" cy="45698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3AFB667F-3C6B-4335-9AF2-62B750A497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2482" y="3964078"/>
            <a:ext cx="433687" cy="435394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731374B0-7927-4FC9-982C-0FA78A86A078}"/>
              </a:ext>
            </a:extLst>
          </p:cNvPr>
          <p:cNvSpPr/>
          <p:nvPr/>
        </p:nvSpPr>
        <p:spPr>
          <a:xfrm>
            <a:off x="3854326" y="3429000"/>
            <a:ext cx="455223" cy="290281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星形: 五角 25">
            <a:extLst>
              <a:ext uri="{FF2B5EF4-FFF2-40B4-BE49-F238E27FC236}">
                <a16:creationId xmlns:a16="http://schemas.microsoft.com/office/drawing/2014/main" id="{1321E0D5-0267-41C2-B4AE-038CABFF9645}"/>
              </a:ext>
            </a:extLst>
          </p:cNvPr>
          <p:cNvSpPr/>
          <p:nvPr/>
        </p:nvSpPr>
        <p:spPr>
          <a:xfrm>
            <a:off x="3118660" y="2925060"/>
            <a:ext cx="149192" cy="255362"/>
          </a:xfrm>
          <a:prstGeom prst="star5">
            <a:avLst>
              <a:gd name="adj" fmla="val 23914"/>
              <a:gd name="hf" fmla="val 105146"/>
              <a:gd name="vf" fmla="val 1105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: 剪去單一角落 27">
            <a:extLst>
              <a:ext uri="{FF2B5EF4-FFF2-40B4-BE49-F238E27FC236}">
                <a16:creationId xmlns:a16="http://schemas.microsoft.com/office/drawing/2014/main" id="{C1BCC3C9-9903-43C9-923A-BECEEE096134}"/>
              </a:ext>
            </a:extLst>
          </p:cNvPr>
          <p:cNvSpPr/>
          <p:nvPr/>
        </p:nvSpPr>
        <p:spPr>
          <a:xfrm>
            <a:off x="7202051" y="2855674"/>
            <a:ext cx="1553878" cy="905966"/>
          </a:xfrm>
          <a:prstGeom prst="snip1Rect">
            <a:avLst/>
          </a:prstGeom>
          <a:solidFill>
            <a:srgbClr val="C00000"/>
          </a:solidFill>
          <a:ln w="3175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[[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岡山第二交流道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]]</a:t>
            </a:r>
          </a:p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預計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117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年前完工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進出聯絡道路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28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線嘉新東路</a:t>
            </a:r>
          </a:p>
        </p:txBody>
      </p:sp>
      <p:sp>
        <p:nvSpPr>
          <p:cNvPr id="13" name="圓形: 空心 12">
            <a:extLst>
              <a:ext uri="{FF2B5EF4-FFF2-40B4-BE49-F238E27FC236}">
                <a16:creationId xmlns:a16="http://schemas.microsoft.com/office/drawing/2014/main" id="{D0D796EA-B227-439E-BE34-D24A1E636AFF}"/>
              </a:ext>
            </a:extLst>
          </p:cNvPr>
          <p:cNvSpPr/>
          <p:nvPr/>
        </p:nvSpPr>
        <p:spPr>
          <a:xfrm>
            <a:off x="6849708" y="3076334"/>
            <a:ext cx="304099" cy="279777"/>
          </a:xfrm>
          <a:prstGeom prst="donu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67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940280" y="520865"/>
            <a:ext cx="2349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半導體</a:t>
            </a:r>
            <a:r>
              <a:rPr lang="en-US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廊帶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手繪多邊形: 圖案 42">
            <a:extLst>
              <a:ext uri="{FF2B5EF4-FFF2-40B4-BE49-F238E27FC236}">
                <a16:creationId xmlns:a16="http://schemas.microsoft.com/office/drawing/2014/main" id="{D9F083C9-88E0-4181-AACA-1175E5376EA3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Picture 4" descr="▲高雄透過「半導體S廊帶」與「亞灣2.0」計畫推動，引進相關科技大廠，打造全球最完整半導體產業聚。（圖／高市府提供）">
            <a:extLst>
              <a:ext uri="{FF2B5EF4-FFF2-40B4-BE49-F238E27FC236}">
                <a16:creationId xmlns:a16="http://schemas.microsoft.com/office/drawing/2014/main" id="{12C922EE-BE4C-4A89-9B8C-5F39F764F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650" y="1108900"/>
            <a:ext cx="9448801" cy="531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9EA1BAF-9CD2-4AB2-A8B9-8EB172CCB89F}"/>
              </a:ext>
            </a:extLst>
          </p:cNvPr>
          <p:cNvSpPr/>
          <p:nvPr/>
        </p:nvSpPr>
        <p:spPr>
          <a:xfrm>
            <a:off x="4361207" y="3204632"/>
            <a:ext cx="427809" cy="211348"/>
          </a:xfrm>
          <a:prstGeom prst="rect">
            <a:avLst/>
          </a:prstGeom>
          <a:solidFill>
            <a:srgbClr val="FF000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47B97CDD-27B6-40D4-B96C-31CA122DAC08}"/>
              </a:ext>
            </a:extLst>
          </p:cNvPr>
          <p:cNvSpPr/>
          <p:nvPr/>
        </p:nvSpPr>
        <p:spPr>
          <a:xfrm>
            <a:off x="4789016" y="3191774"/>
            <a:ext cx="145772" cy="211347"/>
          </a:xfrm>
          <a:prstGeom prst="star5">
            <a:avLst>
              <a:gd name="adj" fmla="val 23914"/>
              <a:gd name="hf" fmla="val 105146"/>
              <a:gd name="vf" fmla="val 11055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55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379A17-DD81-4501-A687-041989A76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5619" y="1094596"/>
            <a:ext cx="9673167" cy="533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942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40D7852-4143-4D42-B146-82108D7A5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005" y="1770384"/>
            <a:ext cx="5349807" cy="391921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15D3DC6-CDEE-47F5-A264-F2E7980E64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59" y="1770383"/>
            <a:ext cx="5604903" cy="391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3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4C4D9EC-9AFB-4EF1-80D6-A5A121F3C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319" y="1653512"/>
            <a:ext cx="5385551" cy="400919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9EDA0CC-21FE-4624-AB50-4D6862D41E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13" y="1653512"/>
            <a:ext cx="5385551" cy="401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043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E738375-7989-49B1-821B-3770D0277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37" y="1535809"/>
            <a:ext cx="5412619" cy="421037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0E560CB-5D33-4589-8102-B5110AABE6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866" y="1535809"/>
            <a:ext cx="5690665" cy="42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1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631695" y="2395358"/>
            <a:ext cx="731764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園區內幾乎沒有買賣，難得釋出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位於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『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編訂工業區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』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內，中大型企業的最愛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區內道路寬敞、電力充足、水源穩定、污水排放完善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鄰近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『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路科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』 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『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本洲產業園區</a:t>
            </a: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』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，各類供應鏈完善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位於半導體</a:t>
            </a:r>
            <a:r>
              <a:rPr lang="en-US" altLang="zh-TW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廊帶中心；且快速連接        </a:t>
            </a:r>
            <a:endParaRPr lang="en-US" altLang="zh-TW" sz="22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589680" y="2261508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03681" y="2565772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D01A1-7AFC-4711-AE47-386F54FD605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2292E612-01D1-45F4-AB43-9A941F3E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90BABE7C-8E87-4B4E-821F-5D343EA6C56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6" name="文字方塊 48">
            <a:extLst>
              <a:ext uri="{FF2B5EF4-FFF2-40B4-BE49-F238E27FC236}">
                <a16:creationId xmlns:a16="http://schemas.microsoft.com/office/drawing/2014/main" id="{60028E4E-AF57-4DBE-B1D6-5DBEB84B6F4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0312316B-D2B0-464F-B0FF-367EB3C9E406}"/>
              </a:ext>
            </a:extLst>
          </p:cNvPr>
          <p:cNvGrpSpPr/>
          <p:nvPr/>
        </p:nvGrpSpPr>
        <p:grpSpPr>
          <a:xfrm>
            <a:off x="689485" y="3067721"/>
            <a:ext cx="3763982" cy="2418242"/>
            <a:chOff x="5562775" y="2489293"/>
            <a:chExt cx="6466567" cy="3387863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7AFDB23E-9868-4675-842E-BC7FF0C2F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62775" y="2489293"/>
              <a:ext cx="6466567" cy="3387863"/>
            </a:xfrm>
            <a:prstGeom prst="rect">
              <a:avLst/>
            </a:prstGeom>
          </p:spPr>
        </p:pic>
        <p:sp>
          <p:nvSpPr>
            <p:cNvPr id="19" name="手繪多邊形: 圖案 18">
              <a:extLst>
                <a:ext uri="{FF2B5EF4-FFF2-40B4-BE49-F238E27FC236}">
                  <a16:creationId xmlns:a16="http://schemas.microsoft.com/office/drawing/2014/main" id="{72CB1232-E1F5-4BB7-883C-1ABE7F7CB0A5}"/>
                </a:ext>
              </a:extLst>
            </p:cNvPr>
            <p:cNvSpPr/>
            <p:nvPr/>
          </p:nvSpPr>
          <p:spPr>
            <a:xfrm>
              <a:off x="7835900" y="3187700"/>
              <a:ext cx="3790950" cy="2152650"/>
            </a:xfrm>
            <a:custGeom>
              <a:avLst/>
              <a:gdLst>
                <a:gd name="connsiteX0" fmla="*/ 19050 w 3790950"/>
                <a:gd name="connsiteY0" fmla="*/ 330200 h 2152650"/>
                <a:gd name="connsiteX1" fmla="*/ 1098550 w 3790950"/>
                <a:gd name="connsiteY1" fmla="*/ 1492250 h 2152650"/>
                <a:gd name="connsiteX2" fmla="*/ 698500 w 3790950"/>
                <a:gd name="connsiteY2" fmla="*/ 2152650 h 2152650"/>
                <a:gd name="connsiteX3" fmla="*/ 1511300 w 3790950"/>
                <a:gd name="connsiteY3" fmla="*/ 1905000 h 2152650"/>
                <a:gd name="connsiteX4" fmla="*/ 1657350 w 3790950"/>
                <a:gd name="connsiteY4" fmla="*/ 1479550 h 2152650"/>
                <a:gd name="connsiteX5" fmla="*/ 3790950 w 3790950"/>
                <a:gd name="connsiteY5" fmla="*/ 819150 h 2152650"/>
                <a:gd name="connsiteX6" fmla="*/ 2076450 w 3790950"/>
                <a:gd name="connsiteY6" fmla="*/ 0 h 2152650"/>
                <a:gd name="connsiteX7" fmla="*/ 0 w 3790950"/>
                <a:gd name="connsiteY7" fmla="*/ 279400 h 2152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90950" h="2152650">
                  <a:moveTo>
                    <a:pt x="19050" y="330200"/>
                  </a:moveTo>
                  <a:lnTo>
                    <a:pt x="1098550" y="1492250"/>
                  </a:lnTo>
                  <a:lnTo>
                    <a:pt x="698500" y="2152650"/>
                  </a:lnTo>
                  <a:lnTo>
                    <a:pt x="1511300" y="1905000"/>
                  </a:lnTo>
                  <a:lnTo>
                    <a:pt x="1657350" y="1479550"/>
                  </a:lnTo>
                  <a:lnTo>
                    <a:pt x="3790950" y="819150"/>
                  </a:lnTo>
                  <a:lnTo>
                    <a:pt x="2076450" y="0"/>
                  </a:lnTo>
                  <a:lnTo>
                    <a:pt x="0" y="279400"/>
                  </a:lnTo>
                </a:path>
              </a:pathLst>
            </a:custGeom>
            <a:noFill/>
            <a:ln w="31750">
              <a:solidFill>
                <a:srgbClr val="FFFF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20" name="圖片 19">
            <a:extLst>
              <a:ext uri="{FF2B5EF4-FFF2-40B4-BE49-F238E27FC236}">
                <a16:creationId xmlns:a16="http://schemas.microsoft.com/office/drawing/2014/main" id="{A9F15F69-80E4-4867-B278-E8BE7BA43D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992" y="5226845"/>
            <a:ext cx="456987" cy="45698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509B8858-81AB-4DE4-9E71-BB08826D4B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1449" y="5248259"/>
            <a:ext cx="455372" cy="457164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67A35F5E-7AFF-4010-A89D-8F48FF77F6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0219" y="5248259"/>
            <a:ext cx="455223" cy="45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4408</TotalTime>
  <Words>648</Words>
  <Application>Microsoft Office PowerPoint</Application>
  <PresentationFormat>寬螢幕</PresentationFormat>
  <Paragraphs>87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Microsoft YaHei</vt:lpstr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偉忠 張</cp:lastModifiedBy>
  <cp:revision>372</cp:revision>
  <cp:lastPrinted>2026-05-30T03:55:18Z</cp:lastPrinted>
  <dcterms:created xsi:type="dcterms:W3CDTF">2021-08-28T02:07:24Z</dcterms:created>
  <dcterms:modified xsi:type="dcterms:W3CDTF">2026-05-30T03:58:45Z</dcterms:modified>
</cp:coreProperties>
</file>