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0" r:id="rId2"/>
    <p:sldId id="402" r:id="rId3"/>
    <p:sldId id="408" r:id="rId4"/>
    <p:sldId id="332" r:id="rId5"/>
    <p:sldId id="409" r:id="rId6"/>
    <p:sldId id="401" r:id="rId7"/>
    <p:sldId id="404" r:id="rId8"/>
    <p:sldId id="403" r:id="rId9"/>
    <p:sldId id="406" r:id="rId10"/>
    <p:sldId id="407" r:id="rId11"/>
    <p:sldId id="405" r:id="rId12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E699"/>
    <a:srgbClr val="38AA97"/>
    <a:srgbClr val="D8262C"/>
    <a:srgbClr val="193770"/>
    <a:srgbClr val="EB7C30"/>
    <a:srgbClr val="595959"/>
    <a:srgbClr val="8F8F8F"/>
    <a:srgbClr val="D9D9D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8" autoAdjust="0"/>
    <p:restoredTop sz="94597" autoAdjust="0"/>
  </p:normalViewPr>
  <p:slideViewPr>
    <p:cSldViewPr snapToGrid="0">
      <p:cViewPr varScale="1">
        <p:scale>
          <a:sx n="96" d="100"/>
          <a:sy n="96" d="100"/>
        </p:scale>
        <p:origin x="192" y="552"/>
      </p:cViewPr>
      <p:guideLst/>
    </p:cSldViewPr>
  </p:slideViewPr>
  <p:notesTextViewPr>
    <p:cViewPr>
      <p:scale>
        <a:sx n="105" d="100"/>
        <a:sy n="10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153081E-070E-498F-8628-71D75274AD45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8106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14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500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176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路竹區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1" y="3114108"/>
            <a:ext cx="41065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630</a:t>
            </a: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坪乙工用地出售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274" y="1192717"/>
            <a:ext cx="7315726" cy="411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2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51" y="1558227"/>
            <a:ext cx="4545015" cy="2556571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69E5AF-8308-01E6-099D-4138CB2A0765}"/>
              </a:ext>
            </a:extLst>
          </p:cNvPr>
          <p:cNvSpPr/>
          <p:nvPr/>
        </p:nvSpPr>
        <p:spPr>
          <a:xfrm>
            <a:off x="386855" y="4255995"/>
            <a:ext cx="168647" cy="168647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0" y="4535360"/>
            <a:ext cx="443865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634.23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使用分區：乙種工業用地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14,587 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備註：道路用地約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4.13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FA45BD-D96C-DBC8-8901-E11054885C11}"/>
              </a:ext>
            </a:extLst>
          </p:cNvPr>
          <p:cNvSpPr/>
          <p:nvPr/>
        </p:nvSpPr>
        <p:spPr>
          <a:xfrm>
            <a:off x="8869680" y="3482340"/>
            <a:ext cx="567690" cy="6324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26B1BB5-EC61-E537-2B8D-965B0B4DE800}"/>
              </a:ext>
            </a:extLst>
          </p:cNvPr>
          <p:cNvSpPr txBox="1"/>
          <p:nvPr/>
        </p:nvSpPr>
        <p:spPr>
          <a:xfrm>
            <a:off x="8791257" y="3252549"/>
            <a:ext cx="724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面寬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40M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17B8A99-D1F3-3D8B-7232-FB01EBA528D3}"/>
              </a:ext>
            </a:extLst>
          </p:cNvPr>
          <p:cNvSpPr txBox="1"/>
          <p:nvPr/>
        </p:nvSpPr>
        <p:spPr>
          <a:xfrm>
            <a:off x="9398804" y="3675458"/>
            <a:ext cx="724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深度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80M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618327" y="4166028"/>
            <a:ext cx="4187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路竹區大同段</a:t>
            </a:r>
            <a:r>
              <a:rPr lang="en-US" altLang="zh-TW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486</a:t>
            </a:r>
            <a:r>
              <a:rPr lang="zh-TW" altLang="en-US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505</a:t>
            </a:r>
            <a:r>
              <a:rPr lang="zh-TW" altLang="en-US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07" b="6316"/>
          <a:stretch/>
        </p:blipFill>
        <p:spPr>
          <a:xfrm>
            <a:off x="6075225" y="282883"/>
            <a:ext cx="5974171" cy="6405853"/>
          </a:xfrm>
          <a:prstGeom prst="rect">
            <a:avLst/>
          </a:prstGeom>
        </p:spPr>
      </p:pic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640D6574-0C56-1B22-F877-6C0FAB47B90B}"/>
              </a:ext>
            </a:extLst>
          </p:cNvPr>
          <p:cNvSpPr/>
          <p:nvPr/>
        </p:nvSpPr>
        <p:spPr>
          <a:xfrm flipV="1">
            <a:off x="4838566" y="3482338"/>
            <a:ext cx="4031113" cy="4571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3401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9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CFFFEA-01A3-AFDE-5567-49F660C8F537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3" name="圖片 2" descr="一張含有 螢幕擷取畫面 的圖片&#10;&#10;自動產生的描述">
            <a:extLst>
              <a:ext uri="{FF2B5EF4-FFF2-40B4-BE49-F238E27FC236}">
                <a16:creationId xmlns:a16="http://schemas.microsoft.com/office/drawing/2014/main" id="{4D82B500-B482-3D7C-29C9-4BF986D99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8">
            <a:extLst>
              <a:ext uri="{FF2B5EF4-FFF2-40B4-BE49-F238E27FC236}">
                <a16:creationId xmlns:a16="http://schemas.microsoft.com/office/drawing/2014/main" id="{1EEF589D-BE54-D8EF-B689-4DBE1812A4A7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6" name="文字方塊 48">
            <a:extLst>
              <a:ext uri="{FF2B5EF4-FFF2-40B4-BE49-F238E27FC236}">
                <a16:creationId xmlns:a16="http://schemas.microsoft.com/office/drawing/2014/main" id="{9FE2762E-D89D-8B42-8D2D-DA08DE78E329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7"/>
          <a:stretch>
            <a:fillRect/>
          </a:stretch>
        </p:blipFill>
        <p:spPr>
          <a:xfrm>
            <a:off x="0" y="0"/>
            <a:ext cx="12192000" cy="650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70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1"/>
          <a:stretch>
            <a:fillRect/>
          </a:stretch>
        </p:blipFill>
        <p:spPr>
          <a:xfrm>
            <a:off x="0" y="0"/>
            <a:ext cx="12192000" cy="650681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FEE7AD4-55E9-DB41-8552-6A1A930A1CDA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4" name="圖片 3" descr="一張含有 螢幕擷取畫面 的圖片&#10;&#10;自動產生的描述">
            <a:extLst>
              <a:ext uri="{FF2B5EF4-FFF2-40B4-BE49-F238E27FC236}">
                <a16:creationId xmlns:a16="http://schemas.microsoft.com/office/drawing/2014/main" id="{9B033BA9-A5DF-1427-D2BB-565FD6880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8">
            <a:extLst>
              <a:ext uri="{FF2B5EF4-FFF2-40B4-BE49-F238E27FC236}">
                <a16:creationId xmlns:a16="http://schemas.microsoft.com/office/drawing/2014/main" id="{EBF05CFB-AE23-AFDE-3F5A-F88DB6A82693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6" name="文字方塊 48">
            <a:extLst>
              <a:ext uri="{FF2B5EF4-FFF2-40B4-BE49-F238E27FC236}">
                <a16:creationId xmlns:a16="http://schemas.microsoft.com/office/drawing/2014/main" id="{D19ACD7B-5AAC-BD68-2A8C-0A2305006843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3316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04"/>
          <a:stretch/>
        </p:blipFill>
        <p:spPr>
          <a:xfrm>
            <a:off x="567735" y="3586965"/>
            <a:ext cx="3718515" cy="224676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846780" y="1877135"/>
            <a:ext cx="6552338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近南科高雄園區，距離約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分鐘車程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距離交流道約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1.5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公里，方便連結北高科技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廊帶核心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路竹近期少有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600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坪乙工用地銷售</a:t>
            </a:r>
          </a:p>
          <a:p>
            <a:pPr>
              <a:spcBef>
                <a:spcPts val="3000"/>
              </a:spcBef>
              <a:defRPr/>
            </a:pPr>
            <a:endParaRPr lang="zh-TW" altLang="en-US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640482" y="265097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54483" y="2955241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056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037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7006" cy="68720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33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85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2654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38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11331</TotalTime>
  <Words>314</Words>
  <Application>Microsoft Macintosh PowerPoint</Application>
  <PresentationFormat>寬螢幕</PresentationFormat>
  <Paragraphs>45</Paragraphs>
  <Slides>11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微軟正黑體</vt:lpstr>
      <vt:lpstr>Microsoft YaHei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H54008</cp:lastModifiedBy>
  <cp:revision>594</cp:revision>
  <cp:lastPrinted>2025-03-06T03:33:43Z</cp:lastPrinted>
  <dcterms:created xsi:type="dcterms:W3CDTF">2021-08-28T02:07:24Z</dcterms:created>
  <dcterms:modified xsi:type="dcterms:W3CDTF">2026-09-04T03:31:24Z</dcterms:modified>
</cp:coreProperties>
</file>