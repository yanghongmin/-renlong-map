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345" r:id="rId2"/>
    <p:sldId id="278" r:id="rId3"/>
    <p:sldId id="346" r:id="rId4"/>
    <p:sldId id="347" r:id="rId5"/>
    <p:sldId id="342" r:id="rId6"/>
    <p:sldId id="337" r:id="rId7"/>
    <p:sldId id="348" r:id="rId8"/>
    <p:sldId id="349" r:id="rId9"/>
    <p:sldId id="269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356D"/>
    <a:srgbClr val="1C4E6E"/>
    <a:srgbClr val="A2B7CE"/>
    <a:srgbClr val="325C82"/>
    <a:srgbClr val="7A0000"/>
    <a:srgbClr val="FFFF00"/>
    <a:srgbClr val="ECECEC"/>
    <a:srgbClr val="789CA4"/>
    <a:srgbClr val="4E668E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淺色樣式 2 - 輔色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97" autoAdjust="0"/>
    <p:restoredTop sz="94716"/>
  </p:normalViewPr>
  <p:slideViewPr>
    <p:cSldViewPr snapToGrid="0">
      <p:cViewPr varScale="1">
        <p:scale>
          <a:sx n="103" d="100"/>
          <a:sy n="103" d="100"/>
        </p:scale>
        <p:origin x="12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53081E-070E-498F-8628-71D75274AD45}" type="datetimeFigureOut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DA6654-567E-490D-AB72-999ED83BC8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7223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6D7FE-78BB-3972-C513-42D32C234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F058951-7027-6453-F4CF-48A58DA7A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7AD432C-2DCF-C17A-377D-3B78CC7256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F40A80-0C36-BC32-7874-D35DA661AE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A6654-567E-490D-AB72-999ED83BC83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4792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06788E-E2AD-40FE-BFC5-0D96277600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314A8EC-4FBE-478E-B9E6-C19FF847D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7F6662-4132-46A8-9457-77149077D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F6ED7AA-1033-4187-9EE7-196C62E38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0417ED-E3CA-4356-AB73-85A1B985F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1927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CE6667-DFC5-43B1-8ED2-D4415D9B0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B9267B-6982-48AC-9F1B-FD1E26C82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53A6B64-A209-48F1-AB5C-8FAAB29D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44B2252-4AA0-4D49-998F-B96EE70A6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D42441-402F-4CF7-A36A-7AD2D40BC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1477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9DD378-C8A9-4C36-B29D-1DD6012DE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C95BAC-B2ED-4A73-9C9C-78F324315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049F2A-2EB8-4758-8DE8-BFE46654A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287DD4-F63F-4FBE-AF8F-BF3C1F9AC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F11674-2C41-4574-BCBA-862905A7E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2077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CC2417-58CC-4FC5-B021-F262F3D77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9FDA4B-67C9-48E2-9BC4-F441B2EA0B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3BE84DF-1AC0-44C9-9CA7-9425B2211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A6368A7-40A7-41D8-A460-A93C056A5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D32FB3-2DC9-43E3-A0DC-9937B07F5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C94F6D3-905E-42DD-ABB5-E22A3497F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5874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B7A204-B9B3-4D09-9F19-809DBFF85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7E5C08-5AC9-4754-B7C2-1BCB0F2CC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C47FB47-09E4-41D0-932F-F1B6C3C1B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9285C0D-31AC-458D-AE92-F62287FE28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E6F7391-17CE-44F1-9237-07D1E426C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5D10CC5-4117-4704-82A5-7B8262581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5150EA1-2401-4A32-B8E2-7295C019B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87E43CE-E5DE-4792-8142-3E101E604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1277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24D4A1-12AE-49EE-B271-6798A5D8A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DE03102-3E3D-4B47-A5E7-AC107814F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8D65731-9DDD-4A10-BDD1-90E182593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4614AD3-225A-4B8D-91C3-E954B680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2381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F6D0E31-959D-4DA0-AB02-160FA2DE6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56719BA-47FF-4D35-A889-BED37D99B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5F7402-F7E6-437C-B05F-21B757031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6903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04C93F-A92D-43FE-9453-E8EBB7C2A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B9A95B-3009-4AD6-AD3F-F89B578D4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BAB4C1C-C2EC-4601-8298-ECECB8A4F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C8F8876-2AC0-4160-9D06-5A0833009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B3A1188-3907-4640-AB7A-4E5497300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731A29B-C8B1-4731-9D38-04BA36C56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6568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8E586F-971A-4446-A514-6D4F8A8A9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67F0BBB-D5D6-49A4-89D4-30698B028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1CFAE99-05F0-49FD-AC72-2076A3D75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76DD3D5-3508-45F6-9267-D03C865E8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70F096-E800-4631-BFCC-69C85556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139ADBF-A267-45E0-BA14-CEE7039A8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5550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0E270A-F8E9-4D8E-8CC8-48574693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2786DAA-F4E9-4E09-ABD8-503125C90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930624-3BD1-4EC0-8C37-EE587B10C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F9712E-EBED-4C30-B61A-9B816C8F8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3C6F30-792E-4909-8021-E4E89E993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8772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E92353B-66FB-4933-9A2A-CE5B88CD69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5C1118D-FAAB-4C2D-B093-2810E2C400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867C014-FA16-44B8-92EC-B55FE44D9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59FFF3E-4495-44DD-94EF-1435240F2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C56A6F4-D0EA-44F1-BF51-F514657BC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5527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072353D-A271-4901-AE1D-A3DCEF1DA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101FA21-3543-4751-9C82-8865389FE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28AB9A-AC7C-4B9E-9AA6-D8458655E6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C66F85-D4B6-4F6E-B269-52359023089C}" type="datetimeFigureOut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DF824E-16F0-4BE1-8BCB-71B2359B26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79DF8D-34C9-4340-A197-6B00CD1D6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6895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8E25F-9E0A-CBBB-21BF-7605C08FF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1796E6B-627E-1AF7-5D97-7C0296FE53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794" r="9794"/>
          <a:stretch/>
        </p:blipFill>
        <p:spPr>
          <a:xfrm>
            <a:off x="6167418" y="586545"/>
            <a:ext cx="5991225" cy="5591161"/>
          </a:xfrm>
          <a:prstGeom prst="rect">
            <a:avLst/>
          </a:prstGeom>
        </p:spPr>
      </p:pic>
      <p:pic>
        <p:nvPicPr>
          <p:cNvPr id="8" name="圖片 7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342F7769-13E8-FB1E-883F-835CB748D1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951" y="1212244"/>
            <a:ext cx="1526069" cy="279978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C1BF16A7-9D49-0CD9-A8F8-3C48630D08EE}"/>
              </a:ext>
            </a:extLst>
          </p:cNvPr>
          <p:cNvSpPr txBox="1"/>
          <p:nvPr/>
        </p:nvSpPr>
        <p:spPr>
          <a:xfrm>
            <a:off x="437821" y="2325857"/>
            <a:ext cx="246095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800" b="1" dirty="0">
                <a:solidFill>
                  <a:srgbClr val="1C4E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岡山區 </a:t>
            </a:r>
            <a:endParaRPr lang="en-US" altLang="zh-TW" sz="3800" b="1" dirty="0">
              <a:solidFill>
                <a:srgbClr val="1C4E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A65B76E-D22C-FA82-3374-4D500ADD6CBA}"/>
              </a:ext>
            </a:extLst>
          </p:cNvPr>
          <p:cNvSpPr txBox="1"/>
          <p:nvPr/>
        </p:nvSpPr>
        <p:spPr>
          <a:xfrm>
            <a:off x="2258695" y="2333769"/>
            <a:ext cx="363757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800" b="1" dirty="0">
                <a:solidFill>
                  <a:srgbClr val="1C4E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低總價工業廠房</a:t>
            </a:r>
            <a:endParaRPr lang="en-US" altLang="zh-TW" sz="3800" b="1" dirty="0">
              <a:solidFill>
                <a:srgbClr val="1C4E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2E9F361-BEF9-9412-7F65-323389E1B93E}"/>
              </a:ext>
            </a:extLst>
          </p:cNvPr>
          <p:cNvSpPr txBox="1"/>
          <p:nvPr/>
        </p:nvSpPr>
        <p:spPr>
          <a:xfrm>
            <a:off x="437821" y="3114108"/>
            <a:ext cx="41065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小坪數低總價廠房出售</a:t>
            </a:r>
            <a:endParaRPr lang="en-US" altLang="zh-TW" sz="3000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3AA01BB5-99EB-A3A6-65E9-9D24EAE14CDD}"/>
              </a:ext>
            </a:extLst>
          </p:cNvPr>
          <p:cNvSpPr/>
          <p:nvPr/>
        </p:nvSpPr>
        <p:spPr>
          <a:xfrm rot="2799015">
            <a:off x="1637339" y="-1336162"/>
            <a:ext cx="2095500" cy="2095500"/>
          </a:xfrm>
          <a:prstGeom prst="round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sp>
        <p:nvSpPr>
          <p:cNvPr id="12" name="手繪多邊形: 圖案 11">
            <a:extLst>
              <a:ext uri="{FF2B5EF4-FFF2-40B4-BE49-F238E27FC236}">
                <a16:creationId xmlns:a16="http://schemas.microsoft.com/office/drawing/2014/main" id="{D29EE37E-C0E6-D26F-4048-BDBA53B2C1B1}"/>
              </a:ext>
            </a:extLst>
          </p:cNvPr>
          <p:cNvSpPr/>
          <p:nvPr/>
        </p:nvSpPr>
        <p:spPr>
          <a:xfrm>
            <a:off x="548388" y="4386803"/>
            <a:ext cx="1261641" cy="45719"/>
          </a:xfrm>
          <a:custGeom>
            <a:avLst/>
            <a:gdLst>
              <a:gd name="connsiteX0" fmla="*/ 0 w 1944547"/>
              <a:gd name="connsiteY0" fmla="*/ 0 h 0"/>
              <a:gd name="connsiteX1" fmla="*/ 1944547 w 1944547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44547">
                <a:moveTo>
                  <a:pt x="0" y="0"/>
                </a:moveTo>
                <a:lnTo>
                  <a:pt x="1944547" y="0"/>
                </a:lnTo>
              </a:path>
            </a:pathLst>
          </a:custGeom>
          <a:noFill/>
          <a:ln w="76200">
            <a:solidFill>
              <a:srgbClr val="1635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8E3E49A-A695-D97F-90F9-59005F213ED7}"/>
              </a:ext>
            </a:extLst>
          </p:cNvPr>
          <p:cNvSpPr txBox="1"/>
          <p:nvPr/>
        </p:nvSpPr>
        <p:spPr>
          <a:xfrm>
            <a:off x="437821" y="5307813"/>
            <a:ext cx="2732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楊紘珉  </a:t>
            </a:r>
            <a:r>
              <a:rPr lang="en-US" altLang="zh-TW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0905-858-141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8AA564-139C-F425-260B-2A1ABCF3DD1A}"/>
              </a:ext>
            </a:extLst>
          </p:cNvPr>
          <p:cNvSpPr txBox="1"/>
          <p:nvPr/>
        </p:nvSpPr>
        <p:spPr>
          <a:xfrm>
            <a:off x="437821" y="1507803"/>
            <a:ext cx="2406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8170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5AE843B9-0341-C509-70D4-E3B981E737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61" t="25489" r="1908" b="6403"/>
          <a:stretch/>
        </p:blipFill>
        <p:spPr>
          <a:xfrm>
            <a:off x="6636440" y="904875"/>
            <a:ext cx="5510055" cy="588645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33BB0C1D-7E9D-4862-A24F-3230B8B25C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9053" y="1177948"/>
            <a:ext cx="4274309" cy="3207540"/>
          </a:xfrm>
          <a:prstGeom prst="rect">
            <a:avLst/>
          </a:prstGeom>
        </p:spPr>
      </p:pic>
      <p:sp>
        <p:nvSpPr>
          <p:cNvPr id="28" name="文字方塊 27">
            <a:extLst>
              <a:ext uri="{FF2B5EF4-FFF2-40B4-BE49-F238E27FC236}">
                <a16:creationId xmlns:a16="http://schemas.microsoft.com/office/drawing/2014/main" id="{49FCBEC4-3028-EB72-DE2E-3966AA3A0840}"/>
              </a:ext>
            </a:extLst>
          </p:cNvPr>
          <p:cNvSpPr txBox="1"/>
          <p:nvPr/>
        </p:nvSpPr>
        <p:spPr>
          <a:xfrm>
            <a:off x="1511008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基本資訊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6869E5AF-8308-01E6-099D-4138CB2A0765}"/>
              </a:ext>
            </a:extLst>
          </p:cNvPr>
          <p:cNvSpPr/>
          <p:nvPr/>
        </p:nvSpPr>
        <p:spPr>
          <a:xfrm>
            <a:off x="5138307" y="5521285"/>
            <a:ext cx="168647" cy="168647"/>
          </a:xfrm>
          <a:prstGeom prst="round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9206AEC-0470-E174-3055-612F751930CD}"/>
              </a:ext>
            </a:extLst>
          </p:cNvPr>
          <p:cNvSpPr txBox="1"/>
          <p:nvPr/>
        </p:nvSpPr>
        <p:spPr>
          <a:xfrm>
            <a:off x="293551" y="4409571"/>
            <a:ext cx="4594824" cy="183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基地面積：約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113.87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坪</a:t>
            </a:r>
            <a:r>
              <a:rPr lang="zh-TW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（依謄本登記為主）</a:t>
            </a:r>
            <a:endParaRPr lang="en-US" altLang="zh-TW" sz="1200" b="1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建物面積：約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45.7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坪</a:t>
            </a:r>
            <a:r>
              <a:rPr lang="zh-TW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（依謄本登記為主）</a:t>
            </a:r>
            <a:endParaRPr lang="en-US" altLang="zh-TW" sz="1200" b="1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使用分區：工業區乙種工業用地</a:t>
            </a:r>
            <a:endParaRPr lang="en-US" altLang="zh-TW" sz="1600" b="1" dirty="0">
              <a:solidFill>
                <a:srgbClr val="16356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售價：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2,450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萬（每坪約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21.5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萬）</a:t>
            </a:r>
            <a:endParaRPr lang="en-US" altLang="zh-TW" sz="16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備註：基地含道路持分</a:t>
            </a:r>
          </a:p>
        </p:txBody>
      </p:sp>
      <p:sp>
        <p:nvSpPr>
          <p:cNvPr id="12" name="手繪多邊形: 圖案 11">
            <a:extLst>
              <a:ext uri="{FF2B5EF4-FFF2-40B4-BE49-F238E27FC236}">
                <a16:creationId xmlns:a16="http://schemas.microsoft.com/office/drawing/2014/main" id="{640D6574-0C56-1B22-F877-6C0FAB47B90B}"/>
              </a:ext>
            </a:extLst>
          </p:cNvPr>
          <p:cNvSpPr/>
          <p:nvPr/>
        </p:nvSpPr>
        <p:spPr>
          <a:xfrm flipV="1">
            <a:off x="5306231" y="5714515"/>
            <a:ext cx="4502787" cy="145323"/>
          </a:xfrm>
          <a:custGeom>
            <a:avLst/>
            <a:gdLst>
              <a:gd name="connsiteX0" fmla="*/ 0 w 3901440"/>
              <a:gd name="connsiteY0" fmla="*/ 0 h 0"/>
              <a:gd name="connsiteX1" fmla="*/ 3901440 w 390144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901440">
                <a:moveTo>
                  <a:pt x="0" y="0"/>
                </a:moveTo>
                <a:lnTo>
                  <a:pt x="390144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69BCD28D-6172-E88C-ED94-D8E0B19BC55C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9" name="圖片 18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CB2FC99A-6544-8430-0694-6379C18CE6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930E9003-B560-4B8D-C37B-6D9D7BDF8293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4BD84168-DA34-989E-AA58-AC6E009C50C7}"/>
              </a:ext>
            </a:extLst>
          </p:cNvPr>
          <p:cNvSpPr txBox="1"/>
          <p:nvPr/>
        </p:nvSpPr>
        <p:spPr>
          <a:xfrm>
            <a:off x="5306231" y="5436331"/>
            <a:ext cx="33112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岡山區灣裡路１９６巷２３號</a:t>
            </a:r>
          </a:p>
        </p:txBody>
      </p:sp>
      <p:sp>
        <p:nvSpPr>
          <p:cNvPr id="30" name="手繪多邊形: 圖案 29">
            <a:extLst>
              <a:ext uri="{FF2B5EF4-FFF2-40B4-BE49-F238E27FC236}">
                <a16:creationId xmlns:a16="http://schemas.microsoft.com/office/drawing/2014/main" id="{93A7FAAA-B15B-F1F0-294D-9A81964D5B6A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0627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A908A-C89C-DB7E-54D3-434EE1C55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字方塊 27">
            <a:extLst>
              <a:ext uri="{FF2B5EF4-FFF2-40B4-BE49-F238E27FC236}">
                <a16:creationId xmlns:a16="http://schemas.microsoft.com/office/drawing/2014/main" id="{9F8FB3DE-3B53-1414-F31A-3B2B9531AC84}"/>
              </a:ext>
            </a:extLst>
          </p:cNvPr>
          <p:cNvSpPr txBox="1"/>
          <p:nvPr/>
        </p:nvSpPr>
        <p:spPr>
          <a:xfrm>
            <a:off x="1511008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基本資訊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71D6F139-E3D4-389F-1B6F-6D3A65538ED3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9" name="圖片 18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7A832F68-BF6F-56A4-D46B-EB1257AE1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1FD3FFCE-ECB0-B41E-B72A-8EF666E4B69B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手繪多邊形: 圖案 29">
            <a:extLst>
              <a:ext uri="{FF2B5EF4-FFF2-40B4-BE49-F238E27FC236}">
                <a16:creationId xmlns:a16="http://schemas.microsoft.com/office/drawing/2014/main" id="{861E55BF-3B95-CC89-43C5-189773DBFD9E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E20218A-52B4-E282-17BB-777562D185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98" b="6798"/>
          <a:stretch/>
        </p:blipFill>
        <p:spPr>
          <a:xfrm>
            <a:off x="1426079" y="1070863"/>
            <a:ext cx="9339842" cy="570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40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A3C8E-66C9-BF54-3837-D86506404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字方塊 27">
            <a:extLst>
              <a:ext uri="{FF2B5EF4-FFF2-40B4-BE49-F238E27FC236}">
                <a16:creationId xmlns:a16="http://schemas.microsoft.com/office/drawing/2014/main" id="{F37B21F9-6132-8F19-FBA8-E579ECB01383}"/>
              </a:ext>
            </a:extLst>
          </p:cNvPr>
          <p:cNvSpPr txBox="1"/>
          <p:nvPr/>
        </p:nvSpPr>
        <p:spPr>
          <a:xfrm>
            <a:off x="1511008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基本資訊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E45A7281-A5E4-3D32-E735-C7004BF4DA00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9" name="圖片 18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355A5A23-2108-8EA5-A1A4-62EB8F395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6FA5791D-E73F-7529-740A-F0C6403D6474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手繪多邊形: 圖案 29">
            <a:extLst>
              <a:ext uri="{FF2B5EF4-FFF2-40B4-BE49-F238E27FC236}">
                <a16:creationId xmlns:a16="http://schemas.microsoft.com/office/drawing/2014/main" id="{F429DFFA-B01B-1884-80EF-736A77C2622E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C265147-90B7-6F15-60B7-04345B5007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032" t="4703" r="-7032" b="24021"/>
          <a:stretch/>
        </p:blipFill>
        <p:spPr>
          <a:xfrm>
            <a:off x="-141804" y="1262972"/>
            <a:ext cx="12475607" cy="551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295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7A6150A7-21E3-D426-89E2-4E9FDFCCA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87" y="1050535"/>
            <a:ext cx="10248625" cy="5524581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275961A-6213-6A0D-9905-04614FED8F38}"/>
              </a:ext>
            </a:extLst>
          </p:cNvPr>
          <p:cNvSpPr txBox="1"/>
          <p:nvPr/>
        </p:nvSpPr>
        <p:spPr>
          <a:xfrm>
            <a:off x="1511008" y="538374"/>
            <a:ext cx="1893775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交通區位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412F8076-5C66-AB61-D44B-26FD0578F916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0" name="圖片 9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13217EEA-FD4B-46E1-C8B1-95070758C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D0AC816D-85DD-ACE0-36C9-3D6E67500265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手繪多邊形: 圖案 11">
            <a:extLst>
              <a:ext uri="{FF2B5EF4-FFF2-40B4-BE49-F238E27FC236}">
                <a16:creationId xmlns:a16="http://schemas.microsoft.com/office/drawing/2014/main" id="{4E0C9415-13AF-AD97-7F5F-891A74E7A6A4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98BC63F7-C60B-EF5C-432A-60576FA660EB}"/>
              </a:ext>
            </a:extLst>
          </p:cNvPr>
          <p:cNvSpPr/>
          <p:nvPr/>
        </p:nvSpPr>
        <p:spPr>
          <a:xfrm>
            <a:off x="4990322" y="3218994"/>
            <a:ext cx="962281" cy="369331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物件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D4D42CD6-507D-FF8A-89B6-647B9B3D3B87}"/>
              </a:ext>
            </a:extLst>
          </p:cNvPr>
          <p:cNvSpPr txBox="1"/>
          <p:nvPr/>
        </p:nvSpPr>
        <p:spPr>
          <a:xfrm>
            <a:off x="7641984" y="4490694"/>
            <a:ext cx="409575" cy="12003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國道一號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DAC6D786-8D0B-E973-6E9B-696E0249B76E}"/>
              </a:ext>
            </a:extLst>
          </p:cNvPr>
          <p:cNvSpPr txBox="1"/>
          <p:nvPr/>
        </p:nvSpPr>
        <p:spPr>
          <a:xfrm>
            <a:off x="3193255" y="3812825"/>
            <a:ext cx="1493965" cy="40011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b="1" dirty="0">
                <a:solidFill>
                  <a:srgbClr val="FF0000"/>
                </a:solidFill>
                <a:effectLst>
                  <a:glow rad="139700">
                    <a:schemeClr val="bg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本洲工業區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2F49690-830E-A7EE-B752-8BC2A0AAC57A}"/>
              </a:ext>
            </a:extLst>
          </p:cNvPr>
          <p:cNvSpPr txBox="1"/>
          <p:nvPr/>
        </p:nvSpPr>
        <p:spPr>
          <a:xfrm>
            <a:off x="1671347" y="3812825"/>
            <a:ext cx="1493965" cy="40011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b="1" dirty="0">
                <a:solidFill>
                  <a:srgbClr val="FF0000"/>
                </a:solidFill>
                <a:effectLst>
                  <a:glow rad="139700">
                    <a:schemeClr val="bg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永安工業區</a:t>
            </a:r>
          </a:p>
        </p:txBody>
      </p:sp>
    </p:spTree>
    <p:extLst>
      <p:ext uri="{BB962C8B-B14F-4D97-AF65-F5344CB8AC3E}">
        <p14:creationId xmlns:p14="http://schemas.microsoft.com/office/powerpoint/2010/main" val="583331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F82D-7E30-FA66-099D-45E80E07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5431DB8D-220A-BB93-E6E5-AC615C7B8F2F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27" name="圖片 26" descr="一張含有 螢幕擷取畫面 的圖片&#10;&#10;自動產生的描述">
            <a:extLst>
              <a:ext uri="{FF2B5EF4-FFF2-40B4-BE49-F238E27FC236}">
                <a16:creationId xmlns:a16="http://schemas.microsoft.com/office/drawing/2014/main" id="{47263338-A016-5D9C-3403-F3AACECAF6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文字方塊 48">
            <a:extLst>
              <a:ext uri="{FF2B5EF4-FFF2-40B4-BE49-F238E27FC236}">
                <a16:creationId xmlns:a16="http://schemas.microsoft.com/office/drawing/2014/main" id="{4ABA57DF-EF5C-BF3C-6354-A6CC10056ABD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30" name="文字方塊 48">
            <a:extLst>
              <a:ext uri="{FF2B5EF4-FFF2-40B4-BE49-F238E27FC236}">
                <a16:creationId xmlns:a16="http://schemas.microsoft.com/office/drawing/2014/main" id="{3E1FB5F0-4B6F-B939-37B9-A7347393450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3B5174D-C0D3-273C-6FBB-4B636B221F90}"/>
              </a:ext>
            </a:extLst>
          </p:cNvPr>
          <p:cNvSpPr txBox="1"/>
          <p:nvPr/>
        </p:nvSpPr>
        <p:spPr>
          <a:xfrm>
            <a:off x="1511008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現況拍攝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80FE238-AB96-C3B3-BB9C-08CC66E90A5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2" name="圖片 11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F48EC4EE-0C6A-967E-F7F1-6BB31C3CE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00E7BF68-F266-26B9-7097-CA11C207A2FA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手繪多邊形: 圖案 13">
            <a:extLst>
              <a:ext uri="{FF2B5EF4-FFF2-40B4-BE49-F238E27FC236}">
                <a16:creationId xmlns:a16="http://schemas.microsoft.com/office/drawing/2014/main" id="{8B4119C7-AD1F-CA62-E888-20758EBF357B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387135B-B3E7-E7F7-FCD3-596A396DEB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09313" y="1185568"/>
            <a:ext cx="6885232" cy="5166837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EC5F335D-9DBD-2BB7-EBF6-4AD45DA5E67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983234" y="1184821"/>
            <a:ext cx="3356211" cy="251857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EC11071-79A5-6111-D0F2-886AAC74D92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983232" y="3834573"/>
            <a:ext cx="3356213" cy="2518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409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F82D-7E30-FA66-099D-45E80E07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5431DB8D-220A-BB93-E6E5-AC615C7B8F2F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27" name="圖片 26" descr="一張含有 螢幕擷取畫面 的圖片&#10;&#10;自動產生的描述">
            <a:extLst>
              <a:ext uri="{FF2B5EF4-FFF2-40B4-BE49-F238E27FC236}">
                <a16:creationId xmlns:a16="http://schemas.microsoft.com/office/drawing/2014/main" id="{47263338-A016-5D9C-3403-F3AACECAF6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文字方塊 48">
            <a:extLst>
              <a:ext uri="{FF2B5EF4-FFF2-40B4-BE49-F238E27FC236}">
                <a16:creationId xmlns:a16="http://schemas.microsoft.com/office/drawing/2014/main" id="{4ABA57DF-EF5C-BF3C-6354-A6CC10056ABD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30" name="文字方塊 48">
            <a:extLst>
              <a:ext uri="{FF2B5EF4-FFF2-40B4-BE49-F238E27FC236}">
                <a16:creationId xmlns:a16="http://schemas.microsoft.com/office/drawing/2014/main" id="{3E1FB5F0-4B6F-B939-37B9-A7347393450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3B5174D-C0D3-273C-6FBB-4B636B221F90}"/>
              </a:ext>
            </a:extLst>
          </p:cNvPr>
          <p:cNvSpPr txBox="1"/>
          <p:nvPr/>
        </p:nvSpPr>
        <p:spPr>
          <a:xfrm>
            <a:off x="1511008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現況拍攝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80FE238-AB96-C3B3-BB9C-08CC66E90A5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2" name="圖片 11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F48EC4EE-0C6A-967E-F7F1-6BB31C3CE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00E7BF68-F266-26B9-7097-CA11C207A2FA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手繪多邊形: 圖案 13">
            <a:extLst>
              <a:ext uri="{FF2B5EF4-FFF2-40B4-BE49-F238E27FC236}">
                <a16:creationId xmlns:a16="http://schemas.microsoft.com/office/drawing/2014/main" id="{8B4119C7-AD1F-CA62-E888-20758EBF357B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387135B-B3E7-E7F7-FCD3-596A396DEB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09313" y="1185568"/>
            <a:ext cx="6885232" cy="516683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EC5F335D-9DBD-2BB7-EBF6-4AD45DA5E67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983234" y="1184821"/>
            <a:ext cx="3356211" cy="2518577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EC11071-79A5-6111-D0F2-886AAC74D92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983232" y="3834573"/>
            <a:ext cx="3356213" cy="251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349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A3C8E-66C9-BF54-3837-D86506404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字方塊 27">
            <a:extLst>
              <a:ext uri="{FF2B5EF4-FFF2-40B4-BE49-F238E27FC236}">
                <a16:creationId xmlns:a16="http://schemas.microsoft.com/office/drawing/2014/main" id="{F37B21F9-6132-8F19-FBA8-E579ECB01383}"/>
              </a:ext>
            </a:extLst>
          </p:cNvPr>
          <p:cNvSpPr txBox="1"/>
          <p:nvPr/>
        </p:nvSpPr>
        <p:spPr>
          <a:xfrm>
            <a:off x="1511008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投資亮點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E45A7281-A5E4-3D32-E735-C7004BF4DA00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9" name="圖片 18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355A5A23-2108-8EA5-A1A4-62EB8F395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6FA5791D-E73F-7529-740A-F0C6403D6474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手繪多邊形: 圖案 29">
            <a:extLst>
              <a:ext uri="{FF2B5EF4-FFF2-40B4-BE49-F238E27FC236}">
                <a16:creationId xmlns:a16="http://schemas.microsoft.com/office/drawing/2014/main" id="{F429DFFA-B01B-1884-80EF-736A77C2622E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5EBFD3D-4EF7-CF2A-0082-C90A0D1F82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60" t="-3127" r="23377" b="20184"/>
          <a:stretch/>
        </p:blipFill>
        <p:spPr>
          <a:xfrm>
            <a:off x="286327" y="1450198"/>
            <a:ext cx="11374629" cy="4298838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316F9950-F33C-EC60-DBB5-66214B6BA154}"/>
              </a:ext>
            </a:extLst>
          </p:cNvPr>
          <p:cNvSpPr txBox="1"/>
          <p:nvPr/>
        </p:nvSpPr>
        <p:spPr>
          <a:xfrm>
            <a:off x="414778" y="5946031"/>
            <a:ext cx="846232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3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開價已低於鄰近實價登錄，投資自用兩相宜</a:t>
            </a:r>
            <a:endParaRPr lang="en-US" altLang="zh-TW" sz="30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BC3AF4-6BC3-003C-C5E2-4EDDE5908D6A}"/>
              </a:ext>
            </a:extLst>
          </p:cNvPr>
          <p:cNvSpPr/>
          <p:nvPr/>
        </p:nvSpPr>
        <p:spPr>
          <a:xfrm>
            <a:off x="414778" y="1725105"/>
            <a:ext cx="11001081" cy="36592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1469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字方塊 12">
            <a:extLst>
              <a:ext uri="{FF2B5EF4-FFF2-40B4-BE49-F238E27FC236}">
                <a16:creationId xmlns:a16="http://schemas.microsoft.com/office/drawing/2014/main" id="{9A8F9F0C-CBB3-49C2-AECD-ACFC6980F3FE}"/>
              </a:ext>
            </a:extLst>
          </p:cNvPr>
          <p:cNvSpPr txBox="1"/>
          <p:nvPr/>
        </p:nvSpPr>
        <p:spPr>
          <a:xfrm>
            <a:off x="4785819" y="1894135"/>
            <a:ext cx="7119853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TW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9</a:t>
            </a:r>
            <a:r>
              <a:rPr lang="zh-TW" altLang="en-US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米滴水高度，大型設備、倉儲堆高空間充足。</a:t>
            </a:r>
            <a:endParaRPr lang="en-US" altLang="zh-TW" sz="3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鋼骨結構，耐用穩固，自用設廠、企業倉儲皆適合。</a:t>
            </a:r>
            <a:endParaRPr lang="en-US" altLang="zh-TW" sz="3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鄰近省道、</a:t>
            </a:r>
            <a:r>
              <a:rPr lang="en-US" altLang="zh-TW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RK3</a:t>
            </a:r>
            <a:r>
              <a:rPr lang="zh-TW" altLang="en-US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捷運站，交通便利，員工通勤方便。</a:t>
            </a:r>
            <a:endParaRPr lang="en-US" altLang="zh-TW" sz="3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TW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r>
              <a:rPr lang="zh-TW" altLang="en-US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米道路，</a:t>
            </a:r>
            <a:r>
              <a:rPr lang="en-US" altLang="zh-TW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35</a:t>
            </a:r>
            <a:r>
              <a:rPr lang="zh-TW" altLang="en-US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噸大型車可進出，物流運輸效率佳。</a:t>
            </a:r>
          </a:p>
        </p:txBody>
      </p:sp>
      <p:pic>
        <p:nvPicPr>
          <p:cNvPr id="6" name="圖片 5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02BAA14F-6DC4-6480-3F80-1366EB0CB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51" y="1212244"/>
            <a:ext cx="1526069" cy="279978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F72C1BD5-48EB-B90E-ECF6-4587A8D641E9}"/>
              </a:ext>
            </a:extLst>
          </p:cNvPr>
          <p:cNvSpPr txBox="1"/>
          <p:nvPr/>
        </p:nvSpPr>
        <p:spPr>
          <a:xfrm>
            <a:off x="640482" y="2650977"/>
            <a:ext cx="246095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800" b="1" dirty="0">
                <a:solidFill>
                  <a:srgbClr val="1C4E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投資亮點</a:t>
            </a:r>
            <a:endParaRPr lang="en-US" altLang="zh-TW" sz="3800" b="1" dirty="0">
              <a:solidFill>
                <a:srgbClr val="1C4E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283976E9-D898-FF40-43EC-5D35F8C2F902}"/>
              </a:ext>
            </a:extLst>
          </p:cNvPr>
          <p:cNvSpPr/>
          <p:nvPr/>
        </p:nvSpPr>
        <p:spPr>
          <a:xfrm rot="2799015">
            <a:off x="1637339" y="-1336162"/>
            <a:ext cx="2095500" cy="2095500"/>
          </a:xfrm>
          <a:prstGeom prst="round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5A800D9-BC5D-E489-89E9-960E9F683A5E}"/>
              </a:ext>
            </a:extLst>
          </p:cNvPr>
          <p:cNvSpPr txBox="1"/>
          <p:nvPr/>
        </p:nvSpPr>
        <p:spPr>
          <a:xfrm>
            <a:off x="437821" y="1507803"/>
            <a:ext cx="2406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5FA39C95-FE71-6EE0-C6CC-69867488B3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794" r="9794"/>
          <a:stretch/>
        </p:blipFill>
        <p:spPr>
          <a:xfrm>
            <a:off x="640482" y="3541363"/>
            <a:ext cx="3320199" cy="3098493"/>
          </a:xfrm>
          <a:prstGeom prst="rect">
            <a:avLst/>
          </a:prstGeom>
        </p:spPr>
      </p:pic>
      <p:sp>
        <p:nvSpPr>
          <p:cNvPr id="11" name="手繪多邊形: 圖案 10">
            <a:extLst>
              <a:ext uri="{FF2B5EF4-FFF2-40B4-BE49-F238E27FC236}">
                <a16:creationId xmlns:a16="http://schemas.microsoft.com/office/drawing/2014/main" id="{0EE9D13D-D700-8EC1-88E4-898CC2AF7098}"/>
              </a:ext>
            </a:extLst>
          </p:cNvPr>
          <p:cNvSpPr/>
          <p:nvPr/>
        </p:nvSpPr>
        <p:spPr>
          <a:xfrm flipV="1">
            <a:off x="2954483" y="2955241"/>
            <a:ext cx="1414395" cy="62279"/>
          </a:xfrm>
          <a:custGeom>
            <a:avLst/>
            <a:gdLst>
              <a:gd name="connsiteX0" fmla="*/ 0 w 3901440"/>
              <a:gd name="connsiteY0" fmla="*/ 0 h 0"/>
              <a:gd name="connsiteX1" fmla="*/ 3901440 w 390144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901440">
                <a:moveTo>
                  <a:pt x="0" y="0"/>
                </a:moveTo>
                <a:lnTo>
                  <a:pt x="390144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3919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3804</TotalTime>
  <Words>268</Words>
  <Application>Microsoft Macintosh PowerPoint</Application>
  <PresentationFormat>寬螢幕</PresentationFormat>
  <Paragraphs>41</Paragraphs>
  <Slides>9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微軟正黑體</vt:lpstr>
      <vt:lpstr>Microsoft YaHei</vt:lpstr>
      <vt:lpstr>Arial</vt:lpstr>
      <vt:lpstr>Calibri</vt:lpstr>
      <vt:lpstr>Calibri Light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Mason</dc:creator>
  <cp:lastModifiedBy>Microsoft Office User</cp:lastModifiedBy>
  <cp:revision>245</cp:revision>
  <dcterms:created xsi:type="dcterms:W3CDTF">2021-08-28T02:07:24Z</dcterms:created>
  <dcterms:modified xsi:type="dcterms:W3CDTF">2026-08-10T01:47:03Z</dcterms:modified>
</cp:coreProperties>
</file>